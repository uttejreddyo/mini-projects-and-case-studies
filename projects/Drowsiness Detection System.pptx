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9144000" cy="5143500"/>
  <p:notesSz cx="9144000" cy="5143500"/>
  <p:embeddedFontLst>
    <p:embeddedFont>
      <p:font typeface="Calibri" panose="020F0502020204030204"/>
      <p:regular r:id="rId17"/>
      <p:bold r:id="rId18"/>
      <p:italic r:id="rId19"/>
      <p:boldItalic r:id="rId20"/>
    </p:embeddedFont>
    <p:embeddedFont>
      <p:font typeface="Roboto" panose="02000000000000000000"/>
      <p:regular r:id="rId21"/>
    </p:embeddedFont>
  </p:embeddedFontLst>
  <p:defaultTextStyle>
    <a:defPPr>
      <a:defRPr lang="en-US"/>
    </a:defPPr>
    <a:lvl1pPr marR="0" lvl="0"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1pPr>
    <a:lvl2pPr marR="0" lvl="1"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2pPr>
    <a:lvl3pPr marR="0" lvl="2"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3pPr>
    <a:lvl4pPr marR="0" lvl="3"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4pPr>
    <a:lvl5pPr marR="0" lvl="4"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5pPr>
    <a:lvl6pPr marR="0" lvl="5"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6pPr>
    <a:lvl7pPr marR="0" lvl="6"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7pPr>
    <a:lvl8pPr marR="0" lvl="7"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8pPr>
    <a:lvl9pPr marR="0" lvl="8"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3" d="100"/>
          <a:sy n="73" d="100"/>
        </p:scale>
        <p:origin x="-1110"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Google Shape;10;p2"/>
          <p:cNvSpPr/>
          <p:nvPr>
            <p:ph type="title"/>
          </p:nvPr>
        </p:nvSpPr>
        <p:spPr>
          <a:xfrm>
            <a:off x="311708" y="744575"/>
            <a:ext cx="8520600" cy="2052600"/>
          </a:xfrm>
          <a:prstGeom prst="rect">
            <a:avLst/>
          </a:prstGeom>
        </p:spPr>
        <p:txBody>
          <a:bodyPr spcFirstLastPara="1" wrap="square" lIns="91425" tIns="91425" rIns="91425" bIns="91425" rtlCol="0" anchor="b">
            <a:normAutofit/>
          </a:bodyPr>
          <a:lstStyle>
            <a:lvl1pPr lvl="0" algn="ctr">
              <a:spcBef>
                <a:spcPts val="0"/>
              </a:spcBef>
              <a:spcAft>
                <a:spcPts val="0"/>
              </a:spcAft>
              <a:buSzPct val="100000"/>
              <a:buNone/>
              <a:defRPr lang="en-US" sz="5200" dirty="0"/>
            </a:lvl1pPr>
            <a:lvl2pPr lvl="1" algn="ctr">
              <a:spcBef>
                <a:spcPts val="0"/>
              </a:spcBef>
              <a:spcAft>
                <a:spcPts val="0"/>
              </a:spcAft>
              <a:buSzPct val="100000"/>
              <a:buNone/>
              <a:defRPr lang="en-US" sz="5200" dirty="0"/>
            </a:lvl2pPr>
            <a:lvl3pPr lvl="2" algn="ctr">
              <a:spcBef>
                <a:spcPts val="0"/>
              </a:spcBef>
              <a:spcAft>
                <a:spcPts val="0"/>
              </a:spcAft>
              <a:buSzPct val="100000"/>
              <a:buNone/>
              <a:defRPr lang="en-US" sz="5200" dirty="0"/>
            </a:lvl3pPr>
            <a:lvl4pPr lvl="3" algn="ctr">
              <a:spcBef>
                <a:spcPts val="0"/>
              </a:spcBef>
              <a:spcAft>
                <a:spcPts val="0"/>
              </a:spcAft>
              <a:buSzPct val="100000"/>
              <a:buNone/>
              <a:defRPr lang="en-US" sz="5200" dirty="0"/>
            </a:lvl4pPr>
            <a:lvl5pPr lvl="4" algn="ctr">
              <a:spcBef>
                <a:spcPts val="0"/>
              </a:spcBef>
              <a:spcAft>
                <a:spcPts val="0"/>
              </a:spcAft>
              <a:buSzPct val="100000"/>
              <a:buNone/>
              <a:defRPr lang="en-US" sz="5200" dirty="0"/>
            </a:lvl5pPr>
            <a:lvl6pPr lvl="5" algn="ctr">
              <a:spcBef>
                <a:spcPts val="0"/>
              </a:spcBef>
              <a:spcAft>
                <a:spcPts val="0"/>
              </a:spcAft>
              <a:buSzPct val="100000"/>
              <a:buNone/>
              <a:defRPr lang="en-US" sz="5200" dirty="0"/>
            </a:lvl6pPr>
            <a:lvl7pPr lvl="6" algn="ctr">
              <a:spcBef>
                <a:spcPts val="0"/>
              </a:spcBef>
              <a:spcAft>
                <a:spcPts val="0"/>
              </a:spcAft>
              <a:buSzPct val="100000"/>
              <a:buNone/>
              <a:defRPr lang="en-US" sz="5200" dirty="0"/>
            </a:lvl7pPr>
            <a:lvl8pPr lvl="7" algn="ctr">
              <a:spcBef>
                <a:spcPts val="0"/>
              </a:spcBef>
              <a:spcAft>
                <a:spcPts val="0"/>
              </a:spcAft>
              <a:buSzPct val="100000"/>
              <a:buNone/>
              <a:defRPr lang="en-US" sz="5200" dirty="0"/>
            </a:lvl8pPr>
            <a:lvl9pPr lvl="8" algn="ctr">
              <a:spcBef>
                <a:spcPts val="0"/>
              </a:spcBef>
              <a:spcAft>
                <a:spcPts val="0"/>
              </a:spcAft>
              <a:buSzPct val="100000"/>
              <a:buNone/>
              <a:defRPr lang="en-US" sz="5200" dirty="0"/>
            </a:lvl9pPr>
          </a:lstStyle>
          <a:p>
            <a:endParaRPr lang="en-US" dirty="0"/>
          </a:p>
        </p:txBody>
      </p:sp>
      <p:sp>
        <p:nvSpPr>
          <p:cNvPr id="3" name="Google Shape;11;p2"/>
          <p:cNvSpPr/>
          <p:nvPr>
            <p:ph type="subTitle" idx="1"/>
          </p:nvPr>
        </p:nvSpPr>
        <p:spPr>
          <a:xfrm>
            <a:off x="311700" y="2834125"/>
            <a:ext cx="8520600" cy="792600"/>
          </a:xfrm>
          <a:prstGeom prst="rect">
            <a:avLst/>
          </a:prstGeom>
        </p:spPr>
        <p:txBody>
          <a:bodyPr spcFirstLastPara="1" wrap="square" lIns="91425" tIns="91425" rIns="91425" bIns="91425" rtlCol="0" anchor="t">
            <a:normAutofit/>
          </a:bodyPr>
          <a:lstStyle>
            <a:lvl1pPr lvl="0" algn="ctr">
              <a:lnSpc>
                <a:spcPct val="100000"/>
              </a:lnSpc>
              <a:spcBef>
                <a:spcPts val="0"/>
              </a:spcBef>
              <a:spcAft>
                <a:spcPts val="0"/>
              </a:spcAft>
              <a:buSzPct val="100000"/>
              <a:buNone/>
              <a:defRPr lang="en-US" sz="2800" dirty="0"/>
            </a:lvl1pPr>
            <a:lvl2pPr lvl="1" algn="ctr">
              <a:lnSpc>
                <a:spcPct val="100000"/>
              </a:lnSpc>
              <a:spcBef>
                <a:spcPts val="0"/>
              </a:spcBef>
              <a:spcAft>
                <a:spcPts val="0"/>
              </a:spcAft>
              <a:buSzPct val="100000"/>
              <a:buNone/>
              <a:defRPr lang="en-US" sz="2800" dirty="0"/>
            </a:lvl2pPr>
            <a:lvl3pPr lvl="2" algn="ctr">
              <a:lnSpc>
                <a:spcPct val="100000"/>
              </a:lnSpc>
              <a:spcBef>
                <a:spcPts val="0"/>
              </a:spcBef>
              <a:spcAft>
                <a:spcPts val="0"/>
              </a:spcAft>
              <a:buSzPct val="100000"/>
              <a:buNone/>
              <a:defRPr lang="en-US" sz="2800" dirty="0"/>
            </a:lvl3pPr>
            <a:lvl4pPr lvl="3" algn="ctr">
              <a:lnSpc>
                <a:spcPct val="100000"/>
              </a:lnSpc>
              <a:spcBef>
                <a:spcPts val="0"/>
              </a:spcBef>
              <a:spcAft>
                <a:spcPts val="0"/>
              </a:spcAft>
              <a:buSzPct val="100000"/>
              <a:buNone/>
              <a:defRPr lang="en-US" sz="2800" dirty="0"/>
            </a:lvl4pPr>
            <a:lvl5pPr lvl="4" algn="ctr">
              <a:lnSpc>
                <a:spcPct val="100000"/>
              </a:lnSpc>
              <a:spcBef>
                <a:spcPts val="0"/>
              </a:spcBef>
              <a:spcAft>
                <a:spcPts val="0"/>
              </a:spcAft>
              <a:buSzPct val="100000"/>
              <a:buNone/>
              <a:defRPr lang="en-US" sz="2800" dirty="0"/>
            </a:lvl5pPr>
            <a:lvl6pPr lvl="5" algn="ctr">
              <a:lnSpc>
                <a:spcPct val="100000"/>
              </a:lnSpc>
              <a:spcBef>
                <a:spcPts val="0"/>
              </a:spcBef>
              <a:spcAft>
                <a:spcPts val="0"/>
              </a:spcAft>
              <a:buSzPct val="100000"/>
              <a:buNone/>
              <a:defRPr lang="en-US" sz="2800" dirty="0"/>
            </a:lvl6pPr>
            <a:lvl7pPr lvl="6" algn="ctr">
              <a:lnSpc>
                <a:spcPct val="100000"/>
              </a:lnSpc>
              <a:spcBef>
                <a:spcPts val="0"/>
              </a:spcBef>
              <a:spcAft>
                <a:spcPts val="0"/>
              </a:spcAft>
              <a:buSzPct val="100000"/>
              <a:buNone/>
              <a:defRPr lang="en-US" sz="2800" dirty="0"/>
            </a:lvl7pPr>
            <a:lvl8pPr lvl="7" algn="ctr">
              <a:lnSpc>
                <a:spcPct val="100000"/>
              </a:lnSpc>
              <a:spcBef>
                <a:spcPts val="0"/>
              </a:spcBef>
              <a:spcAft>
                <a:spcPts val="0"/>
              </a:spcAft>
              <a:buSzPct val="100000"/>
              <a:buNone/>
              <a:defRPr lang="en-US" sz="2800" dirty="0"/>
            </a:lvl8pPr>
            <a:lvl9pPr lvl="8" algn="ctr">
              <a:lnSpc>
                <a:spcPct val="100000"/>
              </a:lnSpc>
              <a:spcBef>
                <a:spcPts val="0"/>
              </a:spcBef>
              <a:spcAft>
                <a:spcPts val="0"/>
              </a:spcAft>
              <a:buSzPct val="100000"/>
              <a:buNone/>
              <a:defRPr lang="en-US" sz="2800" dirty="0"/>
            </a:lvl9pPr>
          </a:lstStyle>
          <a:p>
            <a:endParaRPr lang="en-US" dirty="0"/>
          </a:p>
        </p:txBody>
      </p:sp>
      <p:sp>
        <p:nvSpPr>
          <p:cNvPr id="4" name="Google Shape;12;p2"/>
          <p:cNvSpPr/>
          <p:nvPr>
            <p:ph type="sldNum" sz="quarter" idx="12"/>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81573DE4-A6BE-47B9-A5A2-2B0F3AF75A5C}" type="slidenum">
              <a:rPr/>
            </a:fld>
            <a:endParaRPr lang="en-US" dirty="0"/>
          </a:p>
        </p:txBody>
      </p:sp>
      <p:sp>
        <p:nvSpPr>
          <p:cNvPr id="5" name="Footer Placeholder 4"/>
          <p:cNvSpPr>
            <a:spLocks noGrp="1"/>
          </p:cNvSpPr>
          <p:nvPr>
            <p:ph type="ftr" sz="quarter" idx="11"/>
          </p:nvPr>
        </p:nvSpPr>
        <p:spPr/>
        <p:txBody>
          <a:bodyPr rtlCol="0"/>
          <a:lstStyle>
            <a:lvl1pPr lvl="0"/>
          </a:lstStyle>
          <a:p>
            <a:r>
              <a:rPr lang="en-US" dirty="0"/>
              <a:t>Footer</a:t>
            </a:r>
            <a:endParaRPr lang="en-US" dirty="0"/>
          </a:p>
        </p:txBody>
      </p:sp>
      <p:sp>
        <p:nvSpPr>
          <p:cNvPr id="6" name="Date Placeholder 3"/>
          <p:cNvSpPr>
            <a:spLocks noGrp="1"/>
          </p:cNvSpPr>
          <p:nvPr>
            <p:ph type="dt" sz="half" idx="10"/>
          </p:nvPr>
        </p:nvSpPr>
        <p:spPr/>
        <p:txBody>
          <a:bodyPr rtlCol="0"/>
          <a:lstStyle>
            <a:lvl1pPr lvl="0"/>
          </a:lstStyle>
          <a:p>
            <a:r>
              <a:rPr lang="en-US" dirty="0"/>
              <a:t>Date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Google Shape;14;p3"/>
          <p:cNvSpPr/>
          <p:nvPr>
            <p:ph type="title"/>
          </p:nvPr>
        </p:nvSpPr>
        <p:spPr>
          <a:xfrm>
            <a:off x="311700" y="2150850"/>
            <a:ext cx="8520600" cy="841800"/>
          </a:xfrm>
          <a:prstGeom prst="rect">
            <a:avLst/>
          </a:prstGeom>
        </p:spPr>
        <p:txBody>
          <a:bodyPr spcFirstLastPara="1" wrap="square" lIns="91425" tIns="91425" rIns="91425" bIns="91425" rtlCol="0" anchor="ctr">
            <a:normAutofit/>
          </a:bodyPr>
          <a:lstStyle>
            <a:lvl1pPr lvl="0" algn="ctr">
              <a:spcBef>
                <a:spcPts val="0"/>
              </a:spcBef>
              <a:spcAft>
                <a:spcPts val="0"/>
              </a:spcAft>
              <a:buSzPct val="100000"/>
              <a:buNone/>
              <a:defRPr lang="en-US" sz="3600" dirty="0"/>
            </a:lvl1pPr>
            <a:lvl2pPr lvl="1" algn="ctr">
              <a:spcBef>
                <a:spcPts val="0"/>
              </a:spcBef>
              <a:spcAft>
                <a:spcPts val="0"/>
              </a:spcAft>
              <a:buSzPct val="100000"/>
              <a:buNone/>
              <a:defRPr lang="en-US" sz="3600" dirty="0"/>
            </a:lvl2pPr>
            <a:lvl3pPr lvl="2" algn="ctr">
              <a:spcBef>
                <a:spcPts val="0"/>
              </a:spcBef>
              <a:spcAft>
                <a:spcPts val="0"/>
              </a:spcAft>
              <a:buSzPct val="100000"/>
              <a:buNone/>
              <a:defRPr lang="en-US" sz="3600" dirty="0"/>
            </a:lvl3pPr>
            <a:lvl4pPr lvl="3" algn="ctr">
              <a:spcBef>
                <a:spcPts val="0"/>
              </a:spcBef>
              <a:spcAft>
                <a:spcPts val="0"/>
              </a:spcAft>
              <a:buSzPct val="100000"/>
              <a:buNone/>
              <a:defRPr lang="en-US" sz="3600" dirty="0"/>
            </a:lvl4pPr>
            <a:lvl5pPr lvl="4" algn="ctr">
              <a:spcBef>
                <a:spcPts val="0"/>
              </a:spcBef>
              <a:spcAft>
                <a:spcPts val="0"/>
              </a:spcAft>
              <a:buSzPct val="100000"/>
              <a:buNone/>
              <a:defRPr lang="en-US" sz="3600" dirty="0"/>
            </a:lvl5pPr>
            <a:lvl6pPr lvl="5" algn="ctr">
              <a:spcBef>
                <a:spcPts val="0"/>
              </a:spcBef>
              <a:spcAft>
                <a:spcPts val="0"/>
              </a:spcAft>
              <a:buSzPct val="100000"/>
              <a:buNone/>
              <a:defRPr lang="en-US" sz="3600" dirty="0"/>
            </a:lvl6pPr>
            <a:lvl7pPr lvl="6" algn="ctr">
              <a:spcBef>
                <a:spcPts val="0"/>
              </a:spcBef>
              <a:spcAft>
                <a:spcPts val="0"/>
              </a:spcAft>
              <a:buSzPct val="100000"/>
              <a:buNone/>
              <a:defRPr lang="en-US" sz="3600" dirty="0"/>
            </a:lvl7pPr>
            <a:lvl8pPr lvl="7" algn="ctr">
              <a:spcBef>
                <a:spcPts val="0"/>
              </a:spcBef>
              <a:spcAft>
                <a:spcPts val="0"/>
              </a:spcAft>
              <a:buSzPct val="100000"/>
              <a:buNone/>
              <a:defRPr lang="en-US" sz="3600" dirty="0"/>
            </a:lvl8pPr>
            <a:lvl9pPr lvl="8" algn="ctr">
              <a:spcBef>
                <a:spcPts val="0"/>
              </a:spcBef>
              <a:spcAft>
                <a:spcPts val="0"/>
              </a:spcAft>
              <a:buSzPct val="100000"/>
              <a:buNone/>
              <a:defRPr lang="en-US" sz="3600" dirty="0"/>
            </a:lvl9pPr>
          </a:lstStyle>
          <a:p>
            <a:endParaRPr lang="en-US" dirty="0"/>
          </a:p>
        </p:txBody>
      </p:sp>
      <p:sp>
        <p:nvSpPr>
          <p:cNvPr id="3" name="Google Shape;15;p3"/>
          <p:cNvSpPr/>
          <p:nvPr>
            <p:ph type="sldNum" sz="quarter" idx="12"/>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B5729BE9-60B9-42C0-83D2-C55AB1BE8729}" type="slidenum">
              <a:rPr/>
            </a:fld>
            <a:endParaRPr lang="en-US" dirty="0"/>
          </a:p>
        </p:txBody>
      </p:sp>
      <p:sp>
        <p:nvSpPr>
          <p:cNvPr id="4" name="Footer Placeholder 4"/>
          <p:cNvSpPr>
            <a:spLocks noGrp="1"/>
          </p:cNvSpPr>
          <p:nvPr>
            <p:ph type="ftr" sz="quarter" idx="11"/>
          </p:nvPr>
        </p:nvSpPr>
        <p:spPr/>
        <p:txBody>
          <a:bodyPr rtlCol="0"/>
          <a:lstStyle>
            <a:lvl1pPr lvl="0"/>
          </a:lstStyle>
          <a:p>
            <a:r>
              <a:rPr lang="en-US" dirty="0"/>
              <a:t>Footer</a:t>
            </a:r>
            <a:endParaRPr lang="en-US" dirty="0"/>
          </a:p>
        </p:txBody>
      </p:sp>
      <p:sp>
        <p:nvSpPr>
          <p:cNvPr id="5" name="Date Placeholder 3"/>
          <p:cNvSpPr>
            <a:spLocks noGrp="1"/>
          </p:cNvSpPr>
          <p:nvPr>
            <p:ph type="dt" sz="half" idx="10"/>
          </p:nvPr>
        </p:nvSpPr>
        <p:spPr/>
        <p:txBody>
          <a:bodyPr rtlCol="0"/>
          <a:lstStyle>
            <a:lvl1pPr lvl="0"/>
          </a:lstStyle>
          <a:p>
            <a:r>
              <a:rPr lang="en-US" dirty="0"/>
              <a:t>Date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and body">
    <p:spTree>
      <p:nvGrpSpPr>
        <p:cNvPr id="1" name=""/>
        <p:cNvGrpSpPr/>
        <p:nvPr/>
      </p:nvGrpSpPr>
      <p:grpSpPr>
        <a:xfrm>
          <a:off x="0" y="0"/>
          <a:ext cx="0" cy="0"/>
          <a:chOff x="0" y="0"/>
          <a:chExt cx="0" cy="0"/>
        </a:xfrm>
      </p:grpSpPr>
      <p:sp>
        <p:nvSpPr>
          <p:cNvPr id="2" name="Google Shape;17;p4"/>
          <p:cNvSpPr/>
          <p:nvPr>
            <p:ph type="title"/>
          </p:nvPr>
        </p:nvSpPr>
        <p:spPr>
          <a:xfrm>
            <a:off x="311700" y="445025"/>
            <a:ext cx="8520600" cy="572700"/>
          </a:xfrm>
          <a:prstGeom prst="rect">
            <a:avLst/>
          </a:prstGeom>
        </p:spPr>
        <p:txBody>
          <a:bodyPr spcFirstLastPara="1" wrap="square" lIns="91425" tIns="91425" rIns="91425" bIns="91425" rtlCol="0" anchor="t">
            <a:normAutofit/>
          </a:bodyPr>
          <a:lstStyle>
            <a:lvl1pPr lvl="0">
              <a:spcBef>
                <a:spcPts val="0"/>
              </a:spcBef>
              <a:spcAft>
                <a:spcPts val="0"/>
              </a:spcAft>
              <a:buSzPct val="100000"/>
              <a:buNone/>
            </a:lvl1pPr>
            <a:lvl2pPr lvl="1">
              <a:spcBef>
                <a:spcPts val="0"/>
              </a:spcBef>
              <a:spcAft>
                <a:spcPts val="0"/>
              </a:spcAft>
              <a:buSzPct val="100000"/>
              <a:buNone/>
            </a:lvl2pPr>
            <a:lvl3pPr lvl="2">
              <a:spcBef>
                <a:spcPts val="0"/>
              </a:spcBef>
              <a:spcAft>
                <a:spcPts val="0"/>
              </a:spcAft>
              <a:buSzPct val="100000"/>
              <a:buNone/>
            </a:lvl3pPr>
            <a:lvl4pPr lvl="3">
              <a:spcBef>
                <a:spcPts val="0"/>
              </a:spcBef>
              <a:spcAft>
                <a:spcPts val="0"/>
              </a:spcAft>
              <a:buSzPct val="100000"/>
              <a:buNone/>
            </a:lvl4pPr>
            <a:lvl5pPr lvl="4">
              <a:spcBef>
                <a:spcPts val="0"/>
              </a:spcBef>
              <a:spcAft>
                <a:spcPts val="0"/>
              </a:spcAft>
              <a:buSzPct val="100000"/>
              <a:buNone/>
            </a:lvl5pPr>
            <a:lvl6pPr lvl="5">
              <a:spcBef>
                <a:spcPts val="0"/>
              </a:spcBef>
              <a:spcAft>
                <a:spcPts val="0"/>
              </a:spcAft>
              <a:buSzPct val="100000"/>
              <a:buNone/>
            </a:lvl6pPr>
            <a:lvl7pPr lvl="6">
              <a:spcBef>
                <a:spcPts val="0"/>
              </a:spcBef>
              <a:spcAft>
                <a:spcPts val="0"/>
              </a:spcAft>
              <a:buSzPct val="100000"/>
              <a:buNone/>
            </a:lvl7pPr>
            <a:lvl8pPr lvl="7">
              <a:spcBef>
                <a:spcPts val="0"/>
              </a:spcBef>
              <a:spcAft>
                <a:spcPts val="0"/>
              </a:spcAft>
              <a:buSzPct val="100000"/>
              <a:buNone/>
            </a:lvl8pPr>
            <a:lvl9pPr lvl="8">
              <a:spcBef>
                <a:spcPts val="0"/>
              </a:spcBef>
              <a:spcAft>
                <a:spcPts val="0"/>
              </a:spcAft>
              <a:buSzPct val="100000"/>
              <a:buNone/>
            </a:lvl9pPr>
          </a:lstStyle>
          <a:p>
            <a:endParaRPr lang="en-US" dirty="0"/>
          </a:p>
        </p:txBody>
      </p:sp>
      <p:sp>
        <p:nvSpPr>
          <p:cNvPr id="3" name="Google Shape;18;p4"/>
          <p:cNvSpPr/>
          <p:nvPr>
            <p:ph type="body" idx="1"/>
          </p:nvPr>
        </p:nvSpPr>
        <p:spPr>
          <a:xfrm>
            <a:off x="311700" y="1152475"/>
            <a:ext cx="8520600" cy="3416400"/>
          </a:xfrm>
          <a:prstGeom prst="rect">
            <a:avLst/>
          </a:prstGeom>
        </p:spPr>
        <p:txBody>
          <a:bodyPr spcFirstLastPara="1" wrap="square" lIns="91425" tIns="91425" rIns="91425" bIns="91425" rtlCol="0" anchor="t">
            <a:normAutofit/>
          </a:bodyPr>
          <a:lstStyle>
            <a:lvl1pPr marL="457200" lvl="0" indent="-342900">
              <a:spcBef>
                <a:spcPts val="0"/>
              </a:spcBef>
              <a:spcAft>
                <a:spcPts val="0"/>
              </a:spcAft>
              <a:buSzPct val="100000"/>
              <a:buChar char="●"/>
            </a:lvl1pPr>
            <a:lvl2pPr marL="914400" lvl="1" indent="-317500">
              <a:spcBef>
                <a:spcPts val="0"/>
              </a:spcBef>
              <a:spcAft>
                <a:spcPts val="0"/>
              </a:spcAft>
              <a:buSzPct val="100000"/>
              <a:buChar char="○"/>
            </a:lvl2pPr>
            <a:lvl3pPr marL="1371600" lvl="2" indent="-317500">
              <a:spcBef>
                <a:spcPts val="0"/>
              </a:spcBef>
              <a:spcAft>
                <a:spcPts val="0"/>
              </a:spcAft>
              <a:buSzPct val="100000"/>
              <a:buChar char="■"/>
            </a:lvl3pPr>
            <a:lvl4pPr marL="1828800" lvl="3" indent="-317500">
              <a:spcBef>
                <a:spcPts val="0"/>
              </a:spcBef>
              <a:spcAft>
                <a:spcPts val="0"/>
              </a:spcAft>
              <a:buSzPct val="100000"/>
              <a:buChar char="●"/>
            </a:lvl4pPr>
            <a:lvl5pPr marL="2286000" lvl="4" indent="-317500">
              <a:spcBef>
                <a:spcPts val="0"/>
              </a:spcBef>
              <a:spcAft>
                <a:spcPts val="0"/>
              </a:spcAft>
              <a:buSzPct val="100000"/>
              <a:buChar char="○"/>
            </a:lvl5pPr>
            <a:lvl6pPr marL="2743200" lvl="5" indent="-317500">
              <a:spcBef>
                <a:spcPts val="0"/>
              </a:spcBef>
              <a:spcAft>
                <a:spcPts val="0"/>
              </a:spcAft>
              <a:buSzPct val="100000"/>
              <a:buChar char="■"/>
            </a:lvl6pPr>
            <a:lvl7pPr marL="3200400" lvl="6" indent="-317500">
              <a:spcBef>
                <a:spcPts val="0"/>
              </a:spcBef>
              <a:spcAft>
                <a:spcPts val="0"/>
              </a:spcAft>
              <a:buSzPct val="100000"/>
              <a:buChar char="●"/>
            </a:lvl7pPr>
            <a:lvl8pPr marL="3657600" lvl="7" indent="-317500">
              <a:spcBef>
                <a:spcPts val="0"/>
              </a:spcBef>
              <a:spcAft>
                <a:spcPts val="0"/>
              </a:spcAft>
              <a:buSzPct val="100000"/>
              <a:buChar char="○"/>
            </a:lvl8pPr>
            <a:lvl9pPr marL="4114800" lvl="8" indent="-317500">
              <a:spcBef>
                <a:spcPts val="0"/>
              </a:spcBef>
              <a:spcAft>
                <a:spcPts val="0"/>
              </a:spcAft>
              <a:buSzPct val="100000"/>
              <a:buChar char="■"/>
            </a:lvl9pPr>
          </a:lstStyle>
          <a:p>
            <a:endParaRPr lang="en-US" dirty="0"/>
          </a:p>
        </p:txBody>
      </p:sp>
      <p:sp>
        <p:nvSpPr>
          <p:cNvPr id="4" name="Google Shape;19;p4"/>
          <p:cNvSpPr/>
          <p:nvPr>
            <p:ph type="sldNum" sz="quarter" idx="12"/>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30A58FED-CDF4-496D-AF33-8C818979FBAD}" type="slidenum">
              <a:rPr/>
            </a:fld>
            <a:endParaRPr lang="en-US" dirty="0"/>
          </a:p>
        </p:txBody>
      </p:sp>
      <p:sp>
        <p:nvSpPr>
          <p:cNvPr id="5" name="Footer Placeholder 4"/>
          <p:cNvSpPr>
            <a:spLocks noGrp="1"/>
          </p:cNvSpPr>
          <p:nvPr>
            <p:ph type="ftr" sz="quarter" idx="11"/>
          </p:nvPr>
        </p:nvSpPr>
        <p:spPr/>
        <p:txBody>
          <a:bodyPr rtlCol="0"/>
          <a:lstStyle>
            <a:lvl1pPr lvl="0"/>
          </a:lstStyle>
          <a:p>
            <a:r>
              <a:rPr lang="en-US" dirty="0"/>
              <a:t>Footer</a:t>
            </a:r>
            <a:endParaRPr lang="en-US" dirty="0"/>
          </a:p>
        </p:txBody>
      </p:sp>
      <p:sp>
        <p:nvSpPr>
          <p:cNvPr id="6" name="Date Placeholder 3"/>
          <p:cNvSpPr>
            <a:spLocks noGrp="1"/>
          </p:cNvSpPr>
          <p:nvPr>
            <p:ph type="dt" sz="half" idx="10"/>
          </p:nvPr>
        </p:nvSpPr>
        <p:spPr/>
        <p:txBody>
          <a:bodyPr rtlCol="0"/>
          <a:lstStyle>
            <a:lvl1pPr lvl="0"/>
          </a:lstStyle>
          <a:p>
            <a:r>
              <a:rPr lang="en-US" dirty="0"/>
              <a:t>Date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reserve="1">
  <p:cSld name="Title and two columns">
    <p:spTree>
      <p:nvGrpSpPr>
        <p:cNvPr id="1" name=""/>
        <p:cNvGrpSpPr/>
        <p:nvPr/>
      </p:nvGrpSpPr>
      <p:grpSpPr>
        <a:xfrm>
          <a:off x="0" y="0"/>
          <a:ext cx="0" cy="0"/>
          <a:chOff x="0" y="0"/>
          <a:chExt cx="0" cy="0"/>
        </a:xfrm>
      </p:grpSpPr>
      <p:sp>
        <p:nvSpPr>
          <p:cNvPr id="2" name="Google Shape;21;p5"/>
          <p:cNvSpPr/>
          <p:nvPr>
            <p:ph type="title"/>
          </p:nvPr>
        </p:nvSpPr>
        <p:spPr>
          <a:xfrm>
            <a:off x="311700" y="445025"/>
            <a:ext cx="8520600" cy="572700"/>
          </a:xfrm>
          <a:prstGeom prst="rect">
            <a:avLst/>
          </a:prstGeom>
        </p:spPr>
        <p:txBody>
          <a:bodyPr spcFirstLastPara="1" wrap="square" lIns="91425" tIns="91425" rIns="91425" bIns="91425" rtlCol="0" anchor="t">
            <a:normAutofit/>
          </a:bodyPr>
          <a:lstStyle>
            <a:lvl1pPr lvl="0">
              <a:spcBef>
                <a:spcPts val="0"/>
              </a:spcBef>
              <a:spcAft>
                <a:spcPts val="0"/>
              </a:spcAft>
              <a:buSzPct val="100000"/>
              <a:buNone/>
            </a:lvl1pPr>
            <a:lvl2pPr lvl="1">
              <a:spcBef>
                <a:spcPts val="0"/>
              </a:spcBef>
              <a:spcAft>
                <a:spcPts val="0"/>
              </a:spcAft>
              <a:buSzPct val="100000"/>
              <a:buNone/>
            </a:lvl2pPr>
            <a:lvl3pPr lvl="2">
              <a:spcBef>
                <a:spcPts val="0"/>
              </a:spcBef>
              <a:spcAft>
                <a:spcPts val="0"/>
              </a:spcAft>
              <a:buSzPct val="100000"/>
              <a:buNone/>
            </a:lvl3pPr>
            <a:lvl4pPr lvl="3">
              <a:spcBef>
                <a:spcPts val="0"/>
              </a:spcBef>
              <a:spcAft>
                <a:spcPts val="0"/>
              </a:spcAft>
              <a:buSzPct val="100000"/>
              <a:buNone/>
            </a:lvl4pPr>
            <a:lvl5pPr lvl="4">
              <a:spcBef>
                <a:spcPts val="0"/>
              </a:spcBef>
              <a:spcAft>
                <a:spcPts val="0"/>
              </a:spcAft>
              <a:buSzPct val="100000"/>
              <a:buNone/>
            </a:lvl5pPr>
            <a:lvl6pPr lvl="5">
              <a:spcBef>
                <a:spcPts val="0"/>
              </a:spcBef>
              <a:spcAft>
                <a:spcPts val="0"/>
              </a:spcAft>
              <a:buSzPct val="100000"/>
              <a:buNone/>
            </a:lvl6pPr>
            <a:lvl7pPr lvl="6">
              <a:spcBef>
                <a:spcPts val="0"/>
              </a:spcBef>
              <a:spcAft>
                <a:spcPts val="0"/>
              </a:spcAft>
              <a:buSzPct val="100000"/>
              <a:buNone/>
            </a:lvl7pPr>
            <a:lvl8pPr lvl="7">
              <a:spcBef>
                <a:spcPts val="0"/>
              </a:spcBef>
              <a:spcAft>
                <a:spcPts val="0"/>
              </a:spcAft>
              <a:buSzPct val="100000"/>
              <a:buNone/>
            </a:lvl8pPr>
            <a:lvl9pPr lvl="8">
              <a:spcBef>
                <a:spcPts val="0"/>
              </a:spcBef>
              <a:spcAft>
                <a:spcPts val="0"/>
              </a:spcAft>
              <a:buSzPct val="100000"/>
              <a:buNone/>
            </a:lvl9pPr>
          </a:lstStyle>
          <a:p>
            <a:endParaRPr lang="en-US" dirty="0"/>
          </a:p>
        </p:txBody>
      </p:sp>
      <p:sp>
        <p:nvSpPr>
          <p:cNvPr id="3" name="Google Shape;22;p5"/>
          <p:cNvSpPr/>
          <p:nvPr>
            <p:ph type="body" idx="1"/>
          </p:nvPr>
        </p:nvSpPr>
        <p:spPr>
          <a:xfrm>
            <a:off x="311700" y="1152475"/>
            <a:ext cx="3999900" cy="3416400"/>
          </a:xfrm>
          <a:prstGeom prst="rect">
            <a:avLst/>
          </a:prstGeom>
        </p:spPr>
        <p:txBody>
          <a:bodyPr spcFirstLastPara="1" wrap="square" lIns="91425" tIns="91425" rIns="91425" bIns="91425" rtlCol="0" anchor="t">
            <a:normAutofit/>
          </a:bodyPr>
          <a:lstStyle>
            <a:lvl1pPr marL="457200" lvl="0" indent="-317500">
              <a:spcBef>
                <a:spcPts val="0"/>
              </a:spcBef>
              <a:spcAft>
                <a:spcPts val="0"/>
              </a:spcAft>
              <a:buSzPct val="100000"/>
              <a:buChar char="●"/>
              <a:defRPr lang="en-US" sz="1400" dirty="0"/>
            </a:lvl1pPr>
            <a:lvl2pPr marL="914400" lvl="1" indent="-304800">
              <a:spcBef>
                <a:spcPts val="0"/>
              </a:spcBef>
              <a:spcAft>
                <a:spcPts val="0"/>
              </a:spcAft>
              <a:buSzPct val="100000"/>
              <a:buChar char="○"/>
              <a:defRPr lang="en-US" sz="1200" dirty="0"/>
            </a:lvl2pPr>
            <a:lvl3pPr marL="1371600" lvl="2" indent="-304800">
              <a:spcBef>
                <a:spcPts val="0"/>
              </a:spcBef>
              <a:spcAft>
                <a:spcPts val="0"/>
              </a:spcAft>
              <a:buSzPct val="100000"/>
              <a:buChar char="■"/>
              <a:defRPr lang="en-US" sz="1200" dirty="0"/>
            </a:lvl3pPr>
            <a:lvl4pPr marL="1828800" lvl="3" indent="-304800">
              <a:spcBef>
                <a:spcPts val="0"/>
              </a:spcBef>
              <a:spcAft>
                <a:spcPts val="0"/>
              </a:spcAft>
              <a:buSzPct val="100000"/>
              <a:buChar char="●"/>
              <a:defRPr lang="en-US" sz="1200" dirty="0"/>
            </a:lvl4pPr>
            <a:lvl5pPr marL="2286000" lvl="4" indent="-304800">
              <a:spcBef>
                <a:spcPts val="0"/>
              </a:spcBef>
              <a:spcAft>
                <a:spcPts val="0"/>
              </a:spcAft>
              <a:buSzPct val="100000"/>
              <a:buChar char="○"/>
              <a:defRPr lang="en-US" sz="1200" dirty="0"/>
            </a:lvl5pPr>
            <a:lvl6pPr marL="2743200" lvl="5" indent="-304800">
              <a:spcBef>
                <a:spcPts val="0"/>
              </a:spcBef>
              <a:spcAft>
                <a:spcPts val="0"/>
              </a:spcAft>
              <a:buSzPct val="100000"/>
              <a:buChar char="■"/>
              <a:defRPr lang="en-US" sz="1200" dirty="0"/>
            </a:lvl6pPr>
            <a:lvl7pPr marL="3200400" lvl="6" indent="-304800">
              <a:spcBef>
                <a:spcPts val="0"/>
              </a:spcBef>
              <a:spcAft>
                <a:spcPts val="0"/>
              </a:spcAft>
              <a:buSzPct val="100000"/>
              <a:buChar char="●"/>
              <a:defRPr lang="en-US" sz="1200" dirty="0"/>
            </a:lvl7pPr>
            <a:lvl8pPr marL="3657600" lvl="7" indent="-304800">
              <a:spcBef>
                <a:spcPts val="0"/>
              </a:spcBef>
              <a:spcAft>
                <a:spcPts val="0"/>
              </a:spcAft>
              <a:buSzPct val="100000"/>
              <a:buChar char="○"/>
              <a:defRPr lang="en-US" sz="1200" dirty="0"/>
            </a:lvl8pPr>
            <a:lvl9pPr marL="4114800" lvl="8" indent="-304800">
              <a:spcBef>
                <a:spcPts val="0"/>
              </a:spcBef>
              <a:spcAft>
                <a:spcPts val="0"/>
              </a:spcAft>
              <a:buSzPct val="100000"/>
              <a:buChar char="■"/>
              <a:defRPr lang="en-US" sz="1200" dirty="0"/>
            </a:lvl9pPr>
          </a:lstStyle>
          <a:p>
            <a:endParaRPr lang="en-US" dirty="0"/>
          </a:p>
        </p:txBody>
      </p:sp>
      <p:sp>
        <p:nvSpPr>
          <p:cNvPr id="4" name="Google Shape;23;p5"/>
          <p:cNvSpPr/>
          <p:nvPr>
            <p:ph type="body" idx="2"/>
          </p:nvPr>
        </p:nvSpPr>
        <p:spPr>
          <a:xfrm>
            <a:off x="4832399" y="1152475"/>
            <a:ext cx="3999900" cy="3416400"/>
          </a:xfrm>
          <a:prstGeom prst="rect">
            <a:avLst/>
          </a:prstGeom>
        </p:spPr>
        <p:txBody>
          <a:bodyPr spcFirstLastPara="1" wrap="square" lIns="91425" tIns="91425" rIns="91425" bIns="91425" rtlCol="0" anchor="t">
            <a:normAutofit/>
          </a:bodyPr>
          <a:lstStyle>
            <a:lvl1pPr marL="457200" lvl="0" indent="-317500">
              <a:spcBef>
                <a:spcPts val="0"/>
              </a:spcBef>
              <a:spcAft>
                <a:spcPts val="0"/>
              </a:spcAft>
              <a:buSzPct val="100000"/>
              <a:buChar char="●"/>
              <a:defRPr lang="en-US" sz="1400" dirty="0"/>
            </a:lvl1pPr>
            <a:lvl2pPr marL="914400" lvl="1" indent="-304800">
              <a:spcBef>
                <a:spcPts val="0"/>
              </a:spcBef>
              <a:spcAft>
                <a:spcPts val="0"/>
              </a:spcAft>
              <a:buSzPct val="100000"/>
              <a:buChar char="○"/>
              <a:defRPr lang="en-US" sz="1200" dirty="0"/>
            </a:lvl2pPr>
            <a:lvl3pPr marL="1371600" lvl="2" indent="-304800">
              <a:spcBef>
                <a:spcPts val="0"/>
              </a:spcBef>
              <a:spcAft>
                <a:spcPts val="0"/>
              </a:spcAft>
              <a:buSzPct val="100000"/>
              <a:buChar char="■"/>
              <a:defRPr lang="en-US" sz="1200" dirty="0"/>
            </a:lvl3pPr>
            <a:lvl4pPr marL="1828800" lvl="3" indent="-304800">
              <a:spcBef>
                <a:spcPts val="0"/>
              </a:spcBef>
              <a:spcAft>
                <a:spcPts val="0"/>
              </a:spcAft>
              <a:buSzPct val="100000"/>
              <a:buChar char="●"/>
              <a:defRPr lang="en-US" sz="1200" dirty="0"/>
            </a:lvl4pPr>
            <a:lvl5pPr marL="2286000" lvl="4" indent="-304800">
              <a:spcBef>
                <a:spcPts val="0"/>
              </a:spcBef>
              <a:spcAft>
                <a:spcPts val="0"/>
              </a:spcAft>
              <a:buSzPct val="100000"/>
              <a:buChar char="○"/>
              <a:defRPr lang="en-US" sz="1200" dirty="0"/>
            </a:lvl5pPr>
            <a:lvl6pPr marL="2743200" lvl="5" indent="-304800">
              <a:spcBef>
                <a:spcPts val="0"/>
              </a:spcBef>
              <a:spcAft>
                <a:spcPts val="0"/>
              </a:spcAft>
              <a:buSzPct val="100000"/>
              <a:buChar char="■"/>
              <a:defRPr lang="en-US" sz="1200" dirty="0"/>
            </a:lvl6pPr>
            <a:lvl7pPr marL="3200400" lvl="6" indent="-304800">
              <a:spcBef>
                <a:spcPts val="0"/>
              </a:spcBef>
              <a:spcAft>
                <a:spcPts val="0"/>
              </a:spcAft>
              <a:buSzPct val="100000"/>
              <a:buChar char="●"/>
              <a:defRPr lang="en-US" sz="1200" dirty="0"/>
            </a:lvl7pPr>
            <a:lvl8pPr marL="3657600" lvl="7" indent="-304800">
              <a:spcBef>
                <a:spcPts val="0"/>
              </a:spcBef>
              <a:spcAft>
                <a:spcPts val="0"/>
              </a:spcAft>
              <a:buSzPct val="100000"/>
              <a:buChar char="○"/>
              <a:defRPr lang="en-US" sz="1200" dirty="0"/>
            </a:lvl8pPr>
            <a:lvl9pPr marL="4114800" lvl="8" indent="-304800">
              <a:spcBef>
                <a:spcPts val="0"/>
              </a:spcBef>
              <a:spcAft>
                <a:spcPts val="0"/>
              </a:spcAft>
              <a:buSzPct val="100000"/>
              <a:buChar char="■"/>
              <a:defRPr lang="en-US" sz="1200" dirty="0"/>
            </a:lvl9pPr>
          </a:lstStyle>
          <a:p>
            <a:endParaRPr lang="en-US" dirty="0"/>
          </a:p>
        </p:txBody>
      </p:sp>
      <p:sp>
        <p:nvSpPr>
          <p:cNvPr id="5" name="Google Shape;24;p5"/>
          <p:cNvSpPr/>
          <p:nvPr>
            <p:ph type="sldNum" sz="quarter" idx="12"/>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40940D9F-E66F-4E5B-BC30-21688E93AA64}" type="slidenum">
              <a:rPr/>
            </a:fld>
            <a:endParaRPr lang="en-US" dirty="0"/>
          </a:p>
        </p:txBody>
      </p:sp>
      <p:sp>
        <p:nvSpPr>
          <p:cNvPr id="6" name="Footer Placeholder 4"/>
          <p:cNvSpPr>
            <a:spLocks noGrp="1"/>
          </p:cNvSpPr>
          <p:nvPr>
            <p:ph type="ftr" sz="quarter" idx="11"/>
          </p:nvPr>
        </p:nvSpPr>
        <p:spPr/>
        <p:txBody>
          <a:bodyPr rtlCol="0"/>
          <a:lstStyle>
            <a:lvl1pPr lvl="0"/>
          </a:lstStyle>
          <a:p>
            <a:r>
              <a:rPr lang="en-US" dirty="0"/>
              <a:t>Footer</a:t>
            </a:r>
            <a:endParaRPr lang="en-US" dirty="0"/>
          </a:p>
        </p:txBody>
      </p:sp>
      <p:sp>
        <p:nvSpPr>
          <p:cNvPr id="7" name="Date Placeholder 3"/>
          <p:cNvSpPr>
            <a:spLocks noGrp="1"/>
          </p:cNvSpPr>
          <p:nvPr>
            <p:ph type="dt" sz="half" idx="10"/>
          </p:nvPr>
        </p:nvSpPr>
        <p:spPr/>
        <p:txBody>
          <a:bodyPr rtlCol="0"/>
          <a:lstStyle>
            <a:lvl1pPr lvl="0"/>
          </a:lstStyle>
          <a:p>
            <a:r>
              <a:rPr lang="en-US" dirty="0"/>
              <a:t>Date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Google Shape;26;p6"/>
          <p:cNvSpPr/>
          <p:nvPr>
            <p:ph type="title"/>
          </p:nvPr>
        </p:nvSpPr>
        <p:spPr>
          <a:xfrm>
            <a:off x="311700" y="445025"/>
            <a:ext cx="8520600" cy="572700"/>
          </a:xfrm>
          <a:prstGeom prst="rect">
            <a:avLst/>
          </a:prstGeom>
        </p:spPr>
        <p:txBody>
          <a:bodyPr spcFirstLastPara="1" wrap="square" lIns="91425" tIns="91425" rIns="91425" bIns="91425" rtlCol="0" anchor="t">
            <a:normAutofit/>
          </a:bodyPr>
          <a:lstStyle>
            <a:lvl1pPr lvl="0">
              <a:spcBef>
                <a:spcPts val="0"/>
              </a:spcBef>
              <a:spcAft>
                <a:spcPts val="0"/>
              </a:spcAft>
              <a:buSzPct val="100000"/>
              <a:buNone/>
            </a:lvl1pPr>
            <a:lvl2pPr lvl="1">
              <a:spcBef>
                <a:spcPts val="0"/>
              </a:spcBef>
              <a:spcAft>
                <a:spcPts val="0"/>
              </a:spcAft>
              <a:buSzPct val="100000"/>
              <a:buNone/>
            </a:lvl2pPr>
            <a:lvl3pPr lvl="2">
              <a:spcBef>
                <a:spcPts val="0"/>
              </a:spcBef>
              <a:spcAft>
                <a:spcPts val="0"/>
              </a:spcAft>
              <a:buSzPct val="100000"/>
              <a:buNone/>
            </a:lvl3pPr>
            <a:lvl4pPr lvl="3">
              <a:spcBef>
                <a:spcPts val="0"/>
              </a:spcBef>
              <a:spcAft>
                <a:spcPts val="0"/>
              </a:spcAft>
              <a:buSzPct val="100000"/>
              <a:buNone/>
            </a:lvl4pPr>
            <a:lvl5pPr lvl="4">
              <a:spcBef>
                <a:spcPts val="0"/>
              </a:spcBef>
              <a:spcAft>
                <a:spcPts val="0"/>
              </a:spcAft>
              <a:buSzPct val="100000"/>
              <a:buNone/>
            </a:lvl5pPr>
            <a:lvl6pPr lvl="5">
              <a:spcBef>
                <a:spcPts val="0"/>
              </a:spcBef>
              <a:spcAft>
                <a:spcPts val="0"/>
              </a:spcAft>
              <a:buSzPct val="100000"/>
              <a:buNone/>
            </a:lvl6pPr>
            <a:lvl7pPr lvl="6">
              <a:spcBef>
                <a:spcPts val="0"/>
              </a:spcBef>
              <a:spcAft>
                <a:spcPts val="0"/>
              </a:spcAft>
              <a:buSzPct val="100000"/>
              <a:buNone/>
            </a:lvl7pPr>
            <a:lvl8pPr lvl="7">
              <a:spcBef>
                <a:spcPts val="0"/>
              </a:spcBef>
              <a:spcAft>
                <a:spcPts val="0"/>
              </a:spcAft>
              <a:buSzPct val="100000"/>
              <a:buNone/>
            </a:lvl8pPr>
            <a:lvl9pPr lvl="8">
              <a:spcBef>
                <a:spcPts val="0"/>
              </a:spcBef>
              <a:spcAft>
                <a:spcPts val="0"/>
              </a:spcAft>
              <a:buSzPct val="100000"/>
              <a:buNone/>
            </a:lvl9pPr>
          </a:lstStyle>
          <a:p>
            <a:endParaRPr lang="en-US" dirty="0"/>
          </a:p>
        </p:txBody>
      </p:sp>
      <p:sp>
        <p:nvSpPr>
          <p:cNvPr id="3" name="Google Shape;27;p6"/>
          <p:cNvSpPr/>
          <p:nvPr>
            <p:ph type="sldNum" sz="quarter" idx="12"/>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801BBC0C-C874-4AE1-8474-DC13501B15FE}" type="slidenum">
              <a:rPr/>
            </a:fld>
            <a:endParaRPr lang="en-US" dirty="0"/>
          </a:p>
        </p:txBody>
      </p:sp>
      <p:sp>
        <p:nvSpPr>
          <p:cNvPr id="4" name="Footer Placeholder 4"/>
          <p:cNvSpPr>
            <a:spLocks noGrp="1"/>
          </p:cNvSpPr>
          <p:nvPr>
            <p:ph type="ftr" sz="quarter" idx="11"/>
          </p:nvPr>
        </p:nvSpPr>
        <p:spPr/>
        <p:txBody>
          <a:bodyPr rtlCol="0"/>
          <a:lstStyle>
            <a:lvl1pPr lvl="0"/>
          </a:lstStyle>
          <a:p>
            <a:r>
              <a:rPr lang="en-US" dirty="0"/>
              <a:t>Footer</a:t>
            </a:r>
            <a:endParaRPr lang="en-US" dirty="0"/>
          </a:p>
        </p:txBody>
      </p:sp>
      <p:sp>
        <p:nvSpPr>
          <p:cNvPr id="5" name="Date Placeholder 3"/>
          <p:cNvSpPr>
            <a:spLocks noGrp="1"/>
          </p:cNvSpPr>
          <p:nvPr>
            <p:ph type="dt" sz="half" idx="10"/>
          </p:nvPr>
        </p:nvSpPr>
        <p:spPr/>
        <p:txBody>
          <a:bodyPr rtlCol="0"/>
          <a:lstStyle>
            <a:lvl1pPr lvl="0"/>
          </a:lstStyle>
          <a:p>
            <a:r>
              <a:rPr lang="en-US" dirty="0"/>
              <a:t>Date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text">
    <p:spTree>
      <p:nvGrpSpPr>
        <p:cNvPr id="1" name=""/>
        <p:cNvGrpSpPr/>
        <p:nvPr/>
      </p:nvGrpSpPr>
      <p:grpSpPr>
        <a:xfrm>
          <a:off x="0" y="0"/>
          <a:ext cx="0" cy="0"/>
          <a:chOff x="0" y="0"/>
          <a:chExt cx="0" cy="0"/>
        </a:xfrm>
      </p:grpSpPr>
      <p:sp>
        <p:nvSpPr>
          <p:cNvPr id="2" name="Google Shape;29;p7"/>
          <p:cNvSpPr/>
          <p:nvPr>
            <p:ph type="title" idx="10"/>
          </p:nvPr>
        </p:nvSpPr>
        <p:spPr>
          <a:xfrm>
            <a:off x="311700" y="555600"/>
            <a:ext cx="2808000" cy="755699"/>
          </a:xfrm>
          <a:prstGeom prst="rect">
            <a:avLst/>
          </a:prstGeom>
        </p:spPr>
        <p:txBody>
          <a:bodyPr spcFirstLastPara="1" wrap="square" lIns="91425" tIns="91425" rIns="91425" bIns="91425" rtlCol="0" anchor="b">
            <a:normAutofit/>
          </a:bodyPr>
          <a:lstStyle>
            <a:lvl1pPr lvl="0">
              <a:spcBef>
                <a:spcPts val="0"/>
              </a:spcBef>
              <a:spcAft>
                <a:spcPts val="0"/>
              </a:spcAft>
              <a:buSzPct val="100000"/>
              <a:buNone/>
              <a:defRPr lang="en-US" sz="2400" dirty="0"/>
            </a:lvl1pPr>
            <a:lvl2pPr lvl="1">
              <a:spcBef>
                <a:spcPts val="0"/>
              </a:spcBef>
              <a:spcAft>
                <a:spcPts val="0"/>
              </a:spcAft>
              <a:buSzPct val="100000"/>
              <a:buNone/>
              <a:defRPr lang="en-US" sz="2400" dirty="0"/>
            </a:lvl2pPr>
            <a:lvl3pPr lvl="2">
              <a:spcBef>
                <a:spcPts val="0"/>
              </a:spcBef>
              <a:spcAft>
                <a:spcPts val="0"/>
              </a:spcAft>
              <a:buSzPct val="100000"/>
              <a:buNone/>
              <a:defRPr lang="en-US" sz="2400" dirty="0"/>
            </a:lvl3pPr>
            <a:lvl4pPr lvl="3">
              <a:spcBef>
                <a:spcPts val="0"/>
              </a:spcBef>
              <a:spcAft>
                <a:spcPts val="0"/>
              </a:spcAft>
              <a:buSzPct val="100000"/>
              <a:buNone/>
              <a:defRPr lang="en-US" sz="2400" dirty="0"/>
            </a:lvl4pPr>
            <a:lvl5pPr lvl="4">
              <a:spcBef>
                <a:spcPts val="0"/>
              </a:spcBef>
              <a:spcAft>
                <a:spcPts val="0"/>
              </a:spcAft>
              <a:buSzPct val="100000"/>
              <a:buNone/>
              <a:defRPr lang="en-US" sz="2400" dirty="0"/>
            </a:lvl5pPr>
            <a:lvl6pPr lvl="5">
              <a:spcBef>
                <a:spcPts val="0"/>
              </a:spcBef>
              <a:spcAft>
                <a:spcPts val="0"/>
              </a:spcAft>
              <a:buSzPct val="100000"/>
              <a:buNone/>
              <a:defRPr lang="en-US" sz="2400" dirty="0"/>
            </a:lvl6pPr>
            <a:lvl7pPr lvl="6">
              <a:spcBef>
                <a:spcPts val="0"/>
              </a:spcBef>
              <a:spcAft>
                <a:spcPts val="0"/>
              </a:spcAft>
              <a:buSzPct val="100000"/>
              <a:buNone/>
              <a:defRPr lang="en-US" sz="2400" dirty="0"/>
            </a:lvl7pPr>
            <a:lvl8pPr lvl="7">
              <a:spcBef>
                <a:spcPts val="0"/>
              </a:spcBef>
              <a:spcAft>
                <a:spcPts val="0"/>
              </a:spcAft>
              <a:buSzPct val="100000"/>
              <a:buNone/>
              <a:defRPr lang="en-US" sz="2400" dirty="0"/>
            </a:lvl8pPr>
            <a:lvl9pPr lvl="8">
              <a:spcBef>
                <a:spcPts val="0"/>
              </a:spcBef>
              <a:spcAft>
                <a:spcPts val="0"/>
              </a:spcAft>
              <a:buSzPct val="100000"/>
              <a:buNone/>
              <a:defRPr lang="en-US" sz="2400" dirty="0"/>
            </a:lvl9pPr>
          </a:lstStyle>
          <a:p>
            <a:endParaRPr lang="en-US" dirty="0"/>
          </a:p>
        </p:txBody>
      </p:sp>
      <p:sp>
        <p:nvSpPr>
          <p:cNvPr id="3" name="Google Shape;30;p7"/>
          <p:cNvSpPr/>
          <p:nvPr>
            <p:ph type="body" idx="11"/>
          </p:nvPr>
        </p:nvSpPr>
        <p:spPr>
          <a:xfrm>
            <a:off x="311700" y="1389600"/>
            <a:ext cx="2808000" cy="3179400"/>
          </a:xfrm>
          <a:prstGeom prst="rect">
            <a:avLst/>
          </a:prstGeom>
        </p:spPr>
        <p:txBody>
          <a:bodyPr spcFirstLastPara="1" wrap="square" lIns="91425" tIns="91425" rIns="91425" bIns="91425" rtlCol="0" anchor="t">
            <a:normAutofit/>
          </a:bodyPr>
          <a:lstStyle>
            <a:lvl1pPr marL="457200" lvl="0" indent="-304800">
              <a:spcBef>
                <a:spcPts val="0"/>
              </a:spcBef>
              <a:spcAft>
                <a:spcPts val="0"/>
              </a:spcAft>
              <a:buSzPct val="100000"/>
              <a:buChar char="●"/>
              <a:defRPr lang="en-US" sz="1200" dirty="0"/>
            </a:lvl1pPr>
            <a:lvl2pPr marL="914400" lvl="1" indent="-304800">
              <a:spcBef>
                <a:spcPts val="0"/>
              </a:spcBef>
              <a:spcAft>
                <a:spcPts val="0"/>
              </a:spcAft>
              <a:buSzPct val="100000"/>
              <a:buChar char="○"/>
              <a:defRPr lang="en-US" sz="1200" dirty="0"/>
            </a:lvl2pPr>
            <a:lvl3pPr marL="1371600" lvl="2" indent="-304800">
              <a:spcBef>
                <a:spcPts val="0"/>
              </a:spcBef>
              <a:spcAft>
                <a:spcPts val="0"/>
              </a:spcAft>
              <a:buSzPct val="100000"/>
              <a:buChar char="■"/>
              <a:defRPr lang="en-US" sz="1200" dirty="0"/>
            </a:lvl3pPr>
            <a:lvl4pPr marL="1828800" lvl="3" indent="-304800">
              <a:spcBef>
                <a:spcPts val="0"/>
              </a:spcBef>
              <a:spcAft>
                <a:spcPts val="0"/>
              </a:spcAft>
              <a:buSzPct val="100000"/>
              <a:buChar char="●"/>
              <a:defRPr lang="en-US" sz="1200" dirty="0"/>
            </a:lvl4pPr>
            <a:lvl5pPr marL="2286000" lvl="4" indent="-304800">
              <a:spcBef>
                <a:spcPts val="0"/>
              </a:spcBef>
              <a:spcAft>
                <a:spcPts val="0"/>
              </a:spcAft>
              <a:buSzPct val="100000"/>
              <a:buChar char="○"/>
              <a:defRPr lang="en-US" sz="1200" dirty="0"/>
            </a:lvl5pPr>
            <a:lvl6pPr marL="2743200" lvl="5" indent="-304800">
              <a:spcBef>
                <a:spcPts val="0"/>
              </a:spcBef>
              <a:spcAft>
                <a:spcPts val="0"/>
              </a:spcAft>
              <a:buSzPct val="100000"/>
              <a:buChar char="■"/>
              <a:defRPr lang="en-US" sz="1200" dirty="0"/>
            </a:lvl6pPr>
            <a:lvl7pPr marL="3200400" lvl="6" indent="-304800">
              <a:spcBef>
                <a:spcPts val="0"/>
              </a:spcBef>
              <a:spcAft>
                <a:spcPts val="0"/>
              </a:spcAft>
              <a:buSzPct val="100000"/>
              <a:buChar char="●"/>
              <a:defRPr lang="en-US" sz="1200" dirty="0"/>
            </a:lvl7pPr>
            <a:lvl8pPr marL="3657600" lvl="7" indent="-304800">
              <a:spcBef>
                <a:spcPts val="0"/>
              </a:spcBef>
              <a:spcAft>
                <a:spcPts val="0"/>
              </a:spcAft>
              <a:buSzPct val="100000"/>
              <a:buChar char="○"/>
              <a:defRPr lang="en-US" sz="1200" dirty="0"/>
            </a:lvl8pPr>
            <a:lvl9pPr marL="4114800" lvl="8" indent="-304800">
              <a:spcBef>
                <a:spcPts val="0"/>
              </a:spcBef>
              <a:spcAft>
                <a:spcPts val="0"/>
              </a:spcAft>
              <a:buSzPct val="100000"/>
              <a:buChar char="■"/>
              <a:defRPr lang="en-US" sz="1200" dirty="0"/>
            </a:lvl9pPr>
          </a:lstStyle>
          <a:p>
            <a:endParaRPr lang="en-US" dirty="0"/>
          </a:p>
        </p:txBody>
      </p:sp>
      <p:sp>
        <p:nvSpPr>
          <p:cNvPr id="4" name="Google Shape;31;p7"/>
          <p:cNvSpPr/>
          <p:nvPr>
            <p:ph type="sldNum" sz="quarter" idx="12"/>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E35FA2DA-B465-491A-8F68-0187561A3FFB}" type="slidenum">
              <a:rPr/>
            </a:fld>
            <a:endParaRPr lang="en-US" dirty="0"/>
          </a:p>
        </p:txBody>
      </p:sp>
      <p:sp>
        <p:nvSpPr>
          <p:cNvPr id="5" name="Footer Placeholder 4"/>
          <p:cNvSpPr>
            <a:spLocks noGrp="1"/>
          </p:cNvSpPr>
          <p:nvPr>
            <p:ph type="ftr" sz="quarter" idx="13"/>
          </p:nvPr>
        </p:nvSpPr>
        <p:spPr/>
        <p:txBody>
          <a:bodyPr rtlCol="0"/>
          <a:lstStyle>
            <a:lvl1pPr lvl="0"/>
          </a:lstStyle>
          <a:p>
            <a:r>
              <a:rPr lang="en-US" dirty="0"/>
              <a:t>Footer</a:t>
            </a:r>
            <a:endParaRPr lang="en-US" dirty="0"/>
          </a:p>
        </p:txBody>
      </p:sp>
      <p:sp>
        <p:nvSpPr>
          <p:cNvPr id="6" name="Date Placeholder 3"/>
          <p:cNvSpPr>
            <a:spLocks noGrp="1"/>
          </p:cNvSpPr>
          <p:nvPr>
            <p:ph type="dt" sz="half" idx="14"/>
          </p:nvPr>
        </p:nvSpPr>
        <p:spPr/>
        <p:txBody>
          <a:bodyPr rtlCol="0"/>
          <a:lstStyle>
            <a:lvl1pPr lvl="0"/>
          </a:lstStyle>
          <a:p>
            <a:r>
              <a:rPr lang="en-US" dirty="0"/>
              <a:t>Date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Main point">
    <p:spTree>
      <p:nvGrpSpPr>
        <p:cNvPr id="1" name=""/>
        <p:cNvGrpSpPr/>
        <p:nvPr/>
      </p:nvGrpSpPr>
      <p:grpSpPr>
        <a:xfrm>
          <a:off x="0" y="0"/>
          <a:ext cx="0" cy="0"/>
          <a:chOff x="0" y="0"/>
          <a:chExt cx="0" cy="0"/>
        </a:xfrm>
      </p:grpSpPr>
      <p:sp>
        <p:nvSpPr>
          <p:cNvPr id="2" name="Google Shape;33;p8"/>
          <p:cNvSpPr/>
          <p:nvPr>
            <p:ph type="title" idx="10"/>
          </p:nvPr>
        </p:nvSpPr>
        <p:spPr>
          <a:xfrm>
            <a:off x="490250" y="450150"/>
            <a:ext cx="6367800" cy="4090800"/>
          </a:xfrm>
          <a:prstGeom prst="rect">
            <a:avLst/>
          </a:prstGeom>
        </p:spPr>
        <p:txBody>
          <a:bodyPr spcFirstLastPara="1" wrap="square" lIns="91425" tIns="91425" rIns="91425" bIns="91425" rtlCol="0" anchor="ctr">
            <a:normAutofit/>
          </a:bodyPr>
          <a:lstStyle>
            <a:lvl1pPr lvl="0">
              <a:spcBef>
                <a:spcPts val="0"/>
              </a:spcBef>
              <a:spcAft>
                <a:spcPts val="0"/>
              </a:spcAft>
              <a:buSzPct val="100000"/>
              <a:buNone/>
              <a:defRPr lang="en-US" sz="4800" dirty="0"/>
            </a:lvl1pPr>
            <a:lvl2pPr lvl="1">
              <a:spcBef>
                <a:spcPts val="0"/>
              </a:spcBef>
              <a:spcAft>
                <a:spcPts val="0"/>
              </a:spcAft>
              <a:buSzPct val="100000"/>
              <a:buNone/>
              <a:defRPr lang="en-US" sz="4800" dirty="0"/>
            </a:lvl2pPr>
            <a:lvl3pPr lvl="2">
              <a:spcBef>
                <a:spcPts val="0"/>
              </a:spcBef>
              <a:spcAft>
                <a:spcPts val="0"/>
              </a:spcAft>
              <a:buSzPct val="100000"/>
              <a:buNone/>
              <a:defRPr lang="en-US" sz="4800" dirty="0"/>
            </a:lvl3pPr>
            <a:lvl4pPr lvl="3">
              <a:spcBef>
                <a:spcPts val="0"/>
              </a:spcBef>
              <a:spcAft>
                <a:spcPts val="0"/>
              </a:spcAft>
              <a:buSzPct val="100000"/>
              <a:buNone/>
              <a:defRPr lang="en-US" sz="4800" dirty="0"/>
            </a:lvl4pPr>
            <a:lvl5pPr lvl="4">
              <a:spcBef>
                <a:spcPts val="0"/>
              </a:spcBef>
              <a:spcAft>
                <a:spcPts val="0"/>
              </a:spcAft>
              <a:buSzPct val="100000"/>
              <a:buNone/>
              <a:defRPr lang="en-US" sz="4800" dirty="0"/>
            </a:lvl5pPr>
            <a:lvl6pPr lvl="5">
              <a:spcBef>
                <a:spcPts val="0"/>
              </a:spcBef>
              <a:spcAft>
                <a:spcPts val="0"/>
              </a:spcAft>
              <a:buSzPct val="100000"/>
              <a:buNone/>
              <a:defRPr lang="en-US" sz="4800" dirty="0"/>
            </a:lvl6pPr>
            <a:lvl7pPr lvl="6">
              <a:spcBef>
                <a:spcPts val="0"/>
              </a:spcBef>
              <a:spcAft>
                <a:spcPts val="0"/>
              </a:spcAft>
              <a:buSzPct val="100000"/>
              <a:buNone/>
              <a:defRPr lang="en-US" sz="4800" dirty="0"/>
            </a:lvl7pPr>
            <a:lvl8pPr lvl="7">
              <a:spcBef>
                <a:spcPts val="0"/>
              </a:spcBef>
              <a:spcAft>
                <a:spcPts val="0"/>
              </a:spcAft>
              <a:buSzPct val="100000"/>
              <a:buNone/>
              <a:defRPr lang="en-US" sz="4800" dirty="0"/>
            </a:lvl8pPr>
            <a:lvl9pPr lvl="8">
              <a:spcBef>
                <a:spcPts val="0"/>
              </a:spcBef>
              <a:spcAft>
                <a:spcPts val="0"/>
              </a:spcAft>
              <a:buSzPct val="100000"/>
              <a:buNone/>
              <a:defRPr lang="en-US" sz="4800" dirty="0"/>
            </a:lvl9pPr>
          </a:lstStyle>
          <a:p>
            <a:endParaRPr lang="en-US" dirty="0"/>
          </a:p>
        </p:txBody>
      </p:sp>
      <p:sp>
        <p:nvSpPr>
          <p:cNvPr id="3" name="Google Shape;34;p8"/>
          <p:cNvSpPr/>
          <p:nvPr>
            <p:ph type="sldNum" sz="quarter" idx="11"/>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B14F0538-9EAA-4395-AB9A-8B80C7B71D44}" type="slidenum">
              <a:rPr/>
            </a:fld>
            <a:endParaRPr lang="en-US" dirty="0"/>
          </a:p>
        </p:txBody>
      </p:sp>
      <p:sp>
        <p:nvSpPr>
          <p:cNvPr id="4" name="Footer Placeholder 4"/>
          <p:cNvSpPr>
            <a:spLocks noGrp="1"/>
          </p:cNvSpPr>
          <p:nvPr>
            <p:ph type="ftr" sz="quarter" idx="12"/>
          </p:nvPr>
        </p:nvSpPr>
        <p:spPr/>
        <p:txBody>
          <a:bodyPr rtlCol="0"/>
          <a:lstStyle>
            <a:lvl1pPr lvl="0"/>
          </a:lstStyle>
          <a:p>
            <a:r>
              <a:rPr lang="en-US" dirty="0"/>
              <a:t>Footer</a:t>
            </a:r>
            <a:endParaRPr lang="en-US" dirty="0"/>
          </a:p>
        </p:txBody>
      </p:sp>
      <p:sp>
        <p:nvSpPr>
          <p:cNvPr id="5" name="Date Placeholder 3"/>
          <p:cNvSpPr>
            <a:spLocks noGrp="1"/>
          </p:cNvSpPr>
          <p:nvPr>
            <p:ph type="dt" sz="half" idx="13"/>
          </p:nvPr>
        </p:nvSpPr>
        <p:spPr/>
        <p:txBody>
          <a:bodyPr rtlCol="0"/>
          <a:lstStyle>
            <a:lvl1pPr lvl="0"/>
          </a:lstStyle>
          <a:p>
            <a:r>
              <a:rPr lang="en-US" dirty="0"/>
              <a:t>Date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title and description">
    <p:spTree>
      <p:nvGrpSpPr>
        <p:cNvPr id="1" name=""/>
        <p:cNvGrpSpPr/>
        <p:nvPr/>
      </p:nvGrpSpPr>
      <p:grpSpPr>
        <a:xfrm>
          <a:off x="0" y="0"/>
          <a:ext cx="0" cy="0"/>
          <a:chOff x="0" y="0"/>
          <a:chExt cx="0" cy="0"/>
        </a:xfrm>
      </p:grpSpPr>
      <p:sp>
        <p:nvSpPr>
          <p:cNvPr id="2" name="Google Shape;36;p9"/>
          <p:cNvSpPr/>
          <p:nvPr/>
        </p:nvSpPr>
        <p:spPr>
          <a:xfrm>
            <a:off x="4572000" y="-125"/>
            <a:ext cx="4572000" cy="5143500"/>
          </a:xfrm>
          <a:prstGeom prst="rect">
            <a:avLst/>
          </a:prstGeom>
          <a:solidFill>
            <a:srgbClr val="EEEEEE"/>
          </a:solidFill>
          <a:ln>
            <a:noFill/>
          </a:ln>
        </p:spPr>
        <p:txBody>
          <a:bodyPr spcFirstLastPara="1" wrap="square" lIns="91425" tIns="91425" rIns="91425" bIns="91425" rtlCol="0" anchor="ctr">
            <a:noAutofit/>
          </a:bodyPr>
          <a:lstStyle/>
          <a:p>
            <a:pPr marL="0" lvl="0" indent="0" algn="l" rtl="0">
              <a:spcBef>
                <a:spcPts val="0"/>
              </a:spcBef>
              <a:spcAft>
                <a:spcPts val="0"/>
              </a:spcAft>
              <a:buNone/>
            </a:pPr>
            <a:endParaRPr lang="en-US" dirty="0"/>
          </a:p>
        </p:txBody>
      </p:sp>
      <p:sp>
        <p:nvSpPr>
          <p:cNvPr id="3" name="Google Shape;37;p9"/>
          <p:cNvSpPr/>
          <p:nvPr>
            <p:ph type="title" idx="10"/>
          </p:nvPr>
        </p:nvSpPr>
        <p:spPr>
          <a:xfrm>
            <a:off x="265500" y="1233175"/>
            <a:ext cx="4045200" cy="1482300"/>
          </a:xfrm>
          <a:prstGeom prst="rect">
            <a:avLst/>
          </a:prstGeom>
        </p:spPr>
        <p:txBody>
          <a:bodyPr spcFirstLastPara="1" wrap="square" lIns="91425" tIns="91425" rIns="91425" bIns="91425" rtlCol="0" anchor="b">
            <a:normAutofit/>
          </a:bodyPr>
          <a:lstStyle>
            <a:lvl1pPr lvl="0" algn="ctr">
              <a:spcBef>
                <a:spcPts val="0"/>
              </a:spcBef>
              <a:spcAft>
                <a:spcPts val="0"/>
              </a:spcAft>
              <a:buSzPct val="100000"/>
              <a:buNone/>
              <a:defRPr lang="en-US" sz="4200" dirty="0"/>
            </a:lvl1pPr>
            <a:lvl2pPr lvl="1" algn="ctr">
              <a:spcBef>
                <a:spcPts val="0"/>
              </a:spcBef>
              <a:spcAft>
                <a:spcPts val="0"/>
              </a:spcAft>
              <a:buSzPct val="100000"/>
              <a:buNone/>
              <a:defRPr lang="en-US" sz="4200" dirty="0"/>
            </a:lvl2pPr>
            <a:lvl3pPr lvl="2" algn="ctr">
              <a:spcBef>
                <a:spcPts val="0"/>
              </a:spcBef>
              <a:spcAft>
                <a:spcPts val="0"/>
              </a:spcAft>
              <a:buSzPct val="100000"/>
              <a:buNone/>
              <a:defRPr lang="en-US" sz="4200" dirty="0"/>
            </a:lvl3pPr>
            <a:lvl4pPr lvl="3" algn="ctr">
              <a:spcBef>
                <a:spcPts val="0"/>
              </a:spcBef>
              <a:spcAft>
                <a:spcPts val="0"/>
              </a:spcAft>
              <a:buSzPct val="100000"/>
              <a:buNone/>
              <a:defRPr lang="en-US" sz="4200" dirty="0"/>
            </a:lvl4pPr>
            <a:lvl5pPr lvl="4" algn="ctr">
              <a:spcBef>
                <a:spcPts val="0"/>
              </a:spcBef>
              <a:spcAft>
                <a:spcPts val="0"/>
              </a:spcAft>
              <a:buSzPct val="100000"/>
              <a:buNone/>
              <a:defRPr lang="en-US" sz="4200" dirty="0"/>
            </a:lvl5pPr>
            <a:lvl6pPr lvl="5" algn="ctr">
              <a:spcBef>
                <a:spcPts val="0"/>
              </a:spcBef>
              <a:spcAft>
                <a:spcPts val="0"/>
              </a:spcAft>
              <a:buSzPct val="100000"/>
              <a:buNone/>
              <a:defRPr lang="en-US" sz="4200" dirty="0"/>
            </a:lvl6pPr>
            <a:lvl7pPr lvl="6" algn="ctr">
              <a:spcBef>
                <a:spcPts val="0"/>
              </a:spcBef>
              <a:spcAft>
                <a:spcPts val="0"/>
              </a:spcAft>
              <a:buSzPct val="100000"/>
              <a:buNone/>
              <a:defRPr lang="en-US" sz="4200" dirty="0"/>
            </a:lvl7pPr>
            <a:lvl8pPr lvl="7" algn="ctr">
              <a:spcBef>
                <a:spcPts val="0"/>
              </a:spcBef>
              <a:spcAft>
                <a:spcPts val="0"/>
              </a:spcAft>
              <a:buSzPct val="100000"/>
              <a:buNone/>
              <a:defRPr lang="en-US" sz="4200" dirty="0"/>
            </a:lvl8pPr>
            <a:lvl9pPr lvl="8" algn="ctr">
              <a:spcBef>
                <a:spcPts val="0"/>
              </a:spcBef>
              <a:spcAft>
                <a:spcPts val="0"/>
              </a:spcAft>
              <a:buSzPct val="100000"/>
              <a:buNone/>
              <a:defRPr lang="en-US" sz="4200" dirty="0"/>
            </a:lvl9pPr>
          </a:lstStyle>
          <a:p>
            <a:endParaRPr lang="en-US" dirty="0"/>
          </a:p>
        </p:txBody>
      </p:sp>
      <p:sp>
        <p:nvSpPr>
          <p:cNvPr id="4" name="Google Shape;38;p9"/>
          <p:cNvSpPr/>
          <p:nvPr>
            <p:ph type="subTitle" idx="11"/>
          </p:nvPr>
        </p:nvSpPr>
        <p:spPr>
          <a:xfrm>
            <a:off x="265500" y="2803075"/>
            <a:ext cx="4045200" cy="1235100"/>
          </a:xfrm>
          <a:prstGeom prst="rect">
            <a:avLst/>
          </a:prstGeom>
        </p:spPr>
        <p:txBody>
          <a:bodyPr spcFirstLastPara="1" wrap="square" lIns="91425" tIns="91425" rIns="91425" bIns="91425" rtlCol="0" anchor="t">
            <a:normAutofit/>
          </a:bodyPr>
          <a:lstStyle>
            <a:lvl1pPr lvl="0" algn="ctr">
              <a:lnSpc>
                <a:spcPct val="100000"/>
              </a:lnSpc>
              <a:spcBef>
                <a:spcPts val="0"/>
              </a:spcBef>
              <a:spcAft>
                <a:spcPts val="0"/>
              </a:spcAft>
              <a:buSzPct val="100000"/>
              <a:buNone/>
              <a:defRPr lang="en-US" sz="2100" dirty="0"/>
            </a:lvl1pPr>
            <a:lvl2pPr lvl="1" algn="ctr">
              <a:lnSpc>
                <a:spcPct val="100000"/>
              </a:lnSpc>
              <a:spcBef>
                <a:spcPts val="0"/>
              </a:spcBef>
              <a:spcAft>
                <a:spcPts val="0"/>
              </a:spcAft>
              <a:buSzPct val="100000"/>
              <a:buNone/>
              <a:defRPr lang="en-US" sz="2100" dirty="0"/>
            </a:lvl2pPr>
            <a:lvl3pPr lvl="2" algn="ctr">
              <a:lnSpc>
                <a:spcPct val="100000"/>
              </a:lnSpc>
              <a:spcBef>
                <a:spcPts val="0"/>
              </a:spcBef>
              <a:spcAft>
                <a:spcPts val="0"/>
              </a:spcAft>
              <a:buSzPct val="100000"/>
              <a:buNone/>
              <a:defRPr lang="en-US" sz="2100" dirty="0"/>
            </a:lvl3pPr>
            <a:lvl4pPr lvl="3" algn="ctr">
              <a:lnSpc>
                <a:spcPct val="100000"/>
              </a:lnSpc>
              <a:spcBef>
                <a:spcPts val="0"/>
              </a:spcBef>
              <a:spcAft>
                <a:spcPts val="0"/>
              </a:spcAft>
              <a:buSzPct val="100000"/>
              <a:buNone/>
              <a:defRPr lang="en-US" sz="2100" dirty="0"/>
            </a:lvl4pPr>
            <a:lvl5pPr lvl="4" algn="ctr">
              <a:lnSpc>
                <a:spcPct val="100000"/>
              </a:lnSpc>
              <a:spcBef>
                <a:spcPts val="0"/>
              </a:spcBef>
              <a:spcAft>
                <a:spcPts val="0"/>
              </a:spcAft>
              <a:buSzPct val="100000"/>
              <a:buNone/>
              <a:defRPr lang="en-US" sz="2100" dirty="0"/>
            </a:lvl5pPr>
            <a:lvl6pPr lvl="5" algn="ctr">
              <a:lnSpc>
                <a:spcPct val="100000"/>
              </a:lnSpc>
              <a:spcBef>
                <a:spcPts val="0"/>
              </a:spcBef>
              <a:spcAft>
                <a:spcPts val="0"/>
              </a:spcAft>
              <a:buSzPct val="100000"/>
              <a:buNone/>
              <a:defRPr lang="en-US" sz="2100" dirty="0"/>
            </a:lvl6pPr>
            <a:lvl7pPr lvl="6" algn="ctr">
              <a:lnSpc>
                <a:spcPct val="100000"/>
              </a:lnSpc>
              <a:spcBef>
                <a:spcPts val="0"/>
              </a:spcBef>
              <a:spcAft>
                <a:spcPts val="0"/>
              </a:spcAft>
              <a:buSzPct val="100000"/>
              <a:buNone/>
              <a:defRPr lang="en-US" sz="2100" dirty="0"/>
            </a:lvl7pPr>
            <a:lvl8pPr lvl="7" algn="ctr">
              <a:lnSpc>
                <a:spcPct val="100000"/>
              </a:lnSpc>
              <a:spcBef>
                <a:spcPts val="0"/>
              </a:spcBef>
              <a:spcAft>
                <a:spcPts val="0"/>
              </a:spcAft>
              <a:buSzPct val="100000"/>
              <a:buNone/>
              <a:defRPr lang="en-US" sz="2100" dirty="0"/>
            </a:lvl8pPr>
            <a:lvl9pPr lvl="8" algn="ctr">
              <a:lnSpc>
                <a:spcPct val="100000"/>
              </a:lnSpc>
              <a:spcBef>
                <a:spcPts val="0"/>
              </a:spcBef>
              <a:spcAft>
                <a:spcPts val="0"/>
              </a:spcAft>
              <a:buSzPct val="100000"/>
              <a:buNone/>
              <a:defRPr lang="en-US" sz="2100" dirty="0"/>
            </a:lvl9pPr>
          </a:lstStyle>
          <a:p>
            <a:endParaRPr lang="en-US" dirty="0"/>
          </a:p>
        </p:txBody>
      </p:sp>
      <p:sp>
        <p:nvSpPr>
          <p:cNvPr id="5" name="Google Shape;39;p9"/>
          <p:cNvSpPr/>
          <p:nvPr>
            <p:ph type="body" idx="12"/>
          </p:nvPr>
        </p:nvSpPr>
        <p:spPr>
          <a:xfrm>
            <a:off x="4939499" y="724075"/>
            <a:ext cx="3837000" cy="3695100"/>
          </a:xfrm>
          <a:prstGeom prst="rect">
            <a:avLst/>
          </a:prstGeom>
        </p:spPr>
        <p:txBody>
          <a:bodyPr spcFirstLastPara="1" wrap="square" lIns="91425" tIns="91425" rIns="91425" bIns="91425" rtlCol="0" anchor="ctr">
            <a:normAutofit/>
          </a:bodyPr>
          <a:lstStyle>
            <a:lvl1pPr marL="457200" lvl="0" indent="-342900">
              <a:spcBef>
                <a:spcPts val="0"/>
              </a:spcBef>
              <a:spcAft>
                <a:spcPts val="0"/>
              </a:spcAft>
              <a:buSzPct val="100000"/>
              <a:buChar char="●"/>
            </a:lvl1pPr>
            <a:lvl2pPr marL="914400" lvl="1" indent="-317500">
              <a:spcBef>
                <a:spcPts val="0"/>
              </a:spcBef>
              <a:spcAft>
                <a:spcPts val="0"/>
              </a:spcAft>
              <a:buSzPct val="100000"/>
              <a:buChar char="○"/>
            </a:lvl2pPr>
            <a:lvl3pPr marL="1371600" lvl="2" indent="-317500">
              <a:spcBef>
                <a:spcPts val="0"/>
              </a:spcBef>
              <a:spcAft>
                <a:spcPts val="0"/>
              </a:spcAft>
              <a:buSzPct val="100000"/>
              <a:buChar char="■"/>
            </a:lvl3pPr>
            <a:lvl4pPr marL="1828800" lvl="3" indent="-317500">
              <a:spcBef>
                <a:spcPts val="0"/>
              </a:spcBef>
              <a:spcAft>
                <a:spcPts val="0"/>
              </a:spcAft>
              <a:buSzPct val="100000"/>
              <a:buChar char="●"/>
            </a:lvl4pPr>
            <a:lvl5pPr marL="2286000" lvl="4" indent="-317500">
              <a:spcBef>
                <a:spcPts val="0"/>
              </a:spcBef>
              <a:spcAft>
                <a:spcPts val="0"/>
              </a:spcAft>
              <a:buSzPct val="100000"/>
              <a:buChar char="○"/>
            </a:lvl5pPr>
            <a:lvl6pPr marL="2743200" lvl="5" indent="-317500">
              <a:spcBef>
                <a:spcPts val="0"/>
              </a:spcBef>
              <a:spcAft>
                <a:spcPts val="0"/>
              </a:spcAft>
              <a:buSzPct val="100000"/>
              <a:buChar char="■"/>
            </a:lvl6pPr>
            <a:lvl7pPr marL="3200400" lvl="6" indent="-317500">
              <a:spcBef>
                <a:spcPts val="0"/>
              </a:spcBef>
              <a:spcAft>
                <a:spcPts val="0"/>
              </a:spcAft>
              <a:buSzPct val="100000"/>
              <a:buChar char="●"/>
            </a:lvl7pPr>
            <a:lvl8pPr marL="3657600" lvl="7" indent="-317500">
              <a:spcBef>
                <a:spcPts val="0"/>
              </a:spcBef>
              <a:spcAft>
                <a:spcPts val="0"/>
              </a:spcAft>
              <a:buSzPct val="100000"/>
              <a:buChar char="○"/>
            </a:lvl8pPr>
            <a:lvl9pPr marL="4114800" lvl="8" indent="-317500">
              <a:spcBef>
                <a:spcPts val="0"/>
              </a:spcBef>
              <a:spcAft>
                <a:spcPts val="0"/>
              </a:spcAft>
              <a:buSzPct val="100000"/>
              <a:buChar char="■"/>
            </a:lvl9pPr>
          </a:lstStyle>
          <a:p>
            <a:endParaRPr lang="en-US" dirty="0"/>
          </a:p>
        </p:txBody>
      </p:sp>
      <p:sp>
        <p:nvSpPr>
          <p:cNvPr id="6" name="Google Shape;40;p9"/>
          <p:cNvSpPr/>
          <p:nvPr>
            <p:ph type="sldNum" sz="quarter" idx="13"/>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54085892-A556-47A8-92AB-58305783E0A3}" type="slidenum">
              <a:rPr/>
            </a:fld>
            <a:endParaRPr lang="en-US" dirty="0"/>
          </a:p>
        </p:txBody>
      </p:sp>
      <p:sp>
        <p:nvSpPr>
          <p:cNvPr id="7" name="Footer Placeholder 4"/>
          <p:cNvSpPr>
            <a:spLocks noGrp="1"/>
          </p:cNvSpPr>
          <p:nvPr>
            <p:ph type="ftr" sz="quarter" idx="14"/>
          </p:nvPr>
        </p:nvSpPr>
        <p:spPr/>
        <p:txBody>
          <a:bodyPr rtlCol="0"/>
          <a:lstStyle>
            <a:lvl1pPr lvl="0"/>
          </a:lstStyle>
          <a:p>
            <a:r>
              <a:rPr lang="en-US" dirty="0"/>
              <a:t>Footer</a:t>
            </a:r>
            <a:endParaRPr lang="en-US" dirty="0"/>
          </a:p>
        </p:txBody>
      </p:sp>
      <p:sp>
        <p:nvSpPr>
          <p:cNvPr id="8" name="Date Placeholder 3"/>
          <p:cNvSpPr>
            <a:spLocks noGrp="1"/>
          </p:cNvSpPr>
          <p:nvPr>
            <p:ph type="dt" sz="half" idx="15"/>
          </p:nvPr>
        </p:nvSpPr>
        <p:spPr/>
        <p:txBody>
          <a:bodyPr rtlCol="0"/>
          <a:lstStyle>
            <a:lvl1pPr lvl="0"/>
          </a:lstStyle>
          <a:p>
            <a:r>
              <a:rPr lang="en-US" dirty="0"/>
              <a:t>Date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aption">
    <p:spTree>
      <p:nvGrpSpPr>
        <p:cNvPr id="1" name=""/>
        <p:cNvGrpSpPr/>
        <p:nvPr/>
      </p:nvGrpSpPr>
      <p:grpSpPr>
        <a:xfrm>
          <a:off x="0" y="0"/>
          <a:ext cx="0" cy="0"/>
          <a:chOff x="0" y="0"/>
          <a:chExt cx="0" cy="0"/>
        </a:xfrm>
      </p:grpSpPr>
      <p:sp>
        <p:nvSpPr>
          <p:cNvPr id="2" name="Google Shape;42;p10"/>
          <p:cNvSpPr/>
          <p:nvPr>
            <p:ph type="body"/>
          </p:nvPr>
        </p:nvSpPr>
        <p:spPr>
          <a:xfrm>
            <a:off x="311700" y="4230575"/>
            <a:ext cx="5998800" cy="605100"/>
          </a:xfrm>
          <a:prstGeom prst="rect">
            <a:avLst/>
          </a:prstGeom>
        </p:spPr>
        <p:txBody>
          <a:bodyPr spcFirstLastPara="1" wrap="square" lIns="91425" tIns="91425" rIns="91425" bIns="91425" rtlCol="0" anchor="ctr">
            <a:normAutofit/>
          </a:bodyPr>
          <a:lstStyle>
            <a:lvl1pPr marL="457200" lvl="0" indent="-228600">
              <a:lnSpc>
                <a:spcPct val="100000"/>
              </a:lnSpc>
              <a:spcBef>
                <a:spcPts val="0"/>
              </a:spcBef>
              <a:spcAft>
                <a:spcPts val="0"/>
              </a:spcAft>
              <a:buSzPct val="100000"/>
              <a:buNone/>
            </a:lvl1pPr>
          </a:lstStyle>
          <a:p>
            <a:endParaRPr lang="en-US" dirty="0"/>
          </a:p>
        </p:txBody>
      </p:sp>
      <p:sp>
        <p:nvSpPr>
          <p:cNvPr id="3" name="Google Shape;43;p10"/>
          <p:cNvSpPr/>
          <p:nvPr>
            <p:ph type="sldNum" sz="quarter" idx="1"/>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74643A99-0624-401E-8A9F-E7C09D7DDCA4}" type="slidenum">
              <a:rPr/>
            </a:fld>
            <a:endParaRPr lang="en-US" dirty="0"/>
          </a:p>
        </p:txBody>
      </p:sp>
      <p:sp>
        <p:nvSpPr>
          <p:cNvPr id="4" name="Footer Placeholder 4"/>
          <p:cNvSpPr>
            <a:spLocks noGrp="1"/>
          </p:cNvSpPr>
          <p:nvPr>
            <p:ph type="ftr" sz="quarter" idx="2"/>
          </p:nvPr>
        </p:nvSpPr>
        <p:spPr/>
        <p:txBody>
          <a:bodyPr rtlCol="0"/>
          <a:lstStyle>
            <a:lvl1pPr lvl="0"/>
          </a:lstStyle>
          <a:p>
            <a:r>
              <a:rPr lang="en-US" dirty="0"/>
              <a:t>Footer</a:t>
            </a:r>
            <a:endParaRPr lang="en-US" dirty="0"/>
          </a:p>
        </p:txBody>
      </p:sp>
      <p:sp>
        <p:nvSpPr>
          <p:cNvPr id="5" name="Date Placeholder 3"/>
          <p:cNvSpPr>
            <a:spLocks noGrp="1"/>
          </p:cNvSpPr>
          <p:nvPr>
            <p:ph type="dt" sz="half" idx="3"/>
          </p:nvPr>
        </p:nvSpPr>
        <p:spPr/>
        <p:txBody>
          <a:bodyPr rtlCol="0"/>
          <a:lstStyle>
            <a:lvl1pPr lvl="0"/>
          </a:lstStyle>
          <a:p>
            <a:r>
              <a:rPr lang="en-US" dirty="0"/>
              <a:t>Date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Google Shape;45;p11"/>
          <p:cNvSpPr/>
          <p:nvPr>
            <p:ph type="title" idx="10" hasCustomPrompt="1"/>
          </p:nvPr>
        </p:nvSpPr>
        <p:spPr>
          <a:xfrm>
            <a:off x="311700" y="1106125"/>
            <a:ext cx="8520600" cy="1963500"/>
          </a:xfrm>
          <a:prstGeom prst="rect">
            <a:avLst/>
          </a:prstGeom>
        </p:spPr>
        <p:txBody>
          <a:bodyPr spcFirstLastPara="1" wrap="square" lIns="91425" tIns="91425" rIns="91425" bIns="91425" rtlCol="0" anchor="b">
            <a:normAutofit/>
          </a:bodyPr>
          <a:lstStyle>
            <a:lvl1pPr lvl="0" algn="ctr">
              <a:spcBef>
                <a:spcPts val="0"/>
              </a:spcBef>
              <a:spcAft>
                <a:spcPts val="0"/>
              </a:spcAft>
              <a:buSzPct val="100000"/>
              <a:buNone/>
              <a:defRPr lang="en-US" sz="12000" dirty="0"/>
            </a:lvl1pPr>
            <a:lvl2pPr lvl="1" algn="ctr">
              <a:spcBef>
                <a:spcPts val="0"/>
              </a:spcBef>
              <a:spcAft>
                <a:spcPts val="0"/>
              </a:spcAft>
              <a:buSzPct val="100000"/>
              <a:buNone/>
              <a:defRPr lang="en-US" sz="12000" dirty="0"/>
            </a:lvl2pPr>
            <a:lvl3pPr lvl="2" algn="ctr">
              <a:spcBef>
                <a:spcPts val="0"/>
              </a:spcBef>
              <a:spcAft>
                <a:spcPts val="0"/>
              </a:spcAft>
              <a:buSzPct val="100000"/>
              <a:buNone/>
              <a:defRPr lang="en-US" sz="12000" dirty="0"/>
            </a:lvl3pPr>
            <a:lvl4pPr lvl="3" algn="ctr">
              <a:spcBef>
                <a:spcPts val="0"/>
              </a:spcBef>
              <a:spcAft>
                <a:spcPts val="0"/>
              </a:spcAft>
              <a:buSzPct val="100000"/>
              <a:buNone/>
              <a:defRPr lang="en-US" sz="12000" dirty="0"/>
            </a:lvl4pPr>
            <a:lvl5pPr lvl="4" algn="ctr">
              <a:spcBef>
                <a:spcPts val="0"/>
              </a:spcBef>
              <a:spcAft>
                <a:spcPts val="0"/>
              </a:spcAft>
              <a:buSzPct val="100000"/>
              <a:buNone/>
              <a:defRPr lang="en-US" sz="12000" dirty="0"/>
            </a:lvl5pPr>
            <a:lvl6pPr lvl="5" algn="ctr">
              <a:spcBef>
                <a:spcPts val="0"/>
              </a:spcBef>
              <a:spcAft>
                <a:spcPts val="0"/>
              </a:spcAft>
              <a:buSzPct val="100000"/>
              <a:buNone/>
              <a:defRPr lang="en-US" sz="12000" dirty="0"/>
            </a:lvl6pPr>
            <a:lvl7pPr lvl="6" algn="ctr">
              <a:spcBef>
                <a:spcPts val="0"/>
              </a:spcBef>
              <a:spcAft>
                <a:spcPts val="0"/>
              </a:spcAft>
              <a:buSzPct val="100000"/>
              <a:buNone/>
              <a:defRPr lang="en-US" sz="12000" dirty="0"/>
            </a:lvl7pPr>
            <a:lvl8pPr lvl="7" algn="ctr">
              <a:spcBef>
                <a:spcPts val="0"/>
              </a:spcBef>
              <a:spcAft>
                <a:spcPts val="0"/>
              </a:spcAft>
              <a:buSzPct val="100000"/>
              <a:buNone/>
              <a:defRPr lang="en-US" sz="12000" dirty="0"/>
            </a:lvl8pPr>
            <a:lvl9pPr lvl="8" algn="ctr">
              <a:spcBef>
                <a:spcPts val="0"/>
              </a:spcBef>
              <a:spcAft>
                <a:spcPts val="0"/>
              </a:spcAft>
              <a:buSzPct val="100000"/>
              <a:buNone/>
              <a:defRPr lang="en-US" sz="12000" dirty="0"/>
            </a:lvl9pPr>
          </a:lstStyle>
          <a:p>
            <a:r>
              <a:rPr lang="en-US" dirty="0"/>
              <a:t>xx%</a:t>
            </a:r>
            <a:endParaRPr lang="en-US" dirty="0"/>
          </a:p>
        </p:txBody>
      </p:sp>
      <p:sp>
        <p:nvSpPr>
          <p:cNvPr id="3" name="Google Shape;46;p11"/>
          <p:cNvSpPr/>
          <p:nvPr>
            <p:ph type="body" idx="11"/>
          </p:nvPr>
        </p:nvSpPr>
        <p:spPr>
          <a:xfrm>
            <a:off x="311700" y="3152225"/>
            <a:ext cx="8520600" cy="1300800"/>
          </a:xfrm>
          <a:prstGeom prst="rect">
            <a:avLst/>
          </a:prstGeom>
        </p:spPr>
        <p:txBody>
          <a:bodyPr spcFirstLastPara="1" wrap="square" lIns="91425" tIns="91425" rIns="91425" bIns="91425" rtlCol="0" anchor="t">
            <a:normAutofit/>
          </a:bodyPr>
          <a:lstStyle>
            <a:lvl1pPr marL="457200" lvl="0" indent="-342900" algn="ctr">
              <a:spcBef>
                <a:spcPts val="0"/>
              </a:spcBef>
              <a:spcAft>
                <a:spcPts val="0"/>
              </a:spcAft>
              <a:buSzPct val="100000"/>
              <a:buChar char="●"/>
            </a:lvl1pPr>
            <a:lvl2pPr marL="914400" lvl="1" indent="-317500" algn="ctr">
              <a:spcBef>
                <a:spcPts val="0"/>
              </a:spcBef>
              <a:spcAft>
                <a:spcPts val="0"/>
              </a:spcAft>
              <a:buSzPct val="100000"/>
              <a:buChar char="○"/>
            </a:lvl2pPr>
            <a:lvl3pPr marL="1371600" lvl="2" indent="-317500" algn="ctr">
              <a:spcBef>
                <a:spcPts val="0"/>
              </a:spcBef>
              <a:spcAft>
                <a:spcPts val="0"/>
              </a:spcAft>
              <a:buSzPct val="100000"/>
              <a:buChar char="■"/>
            </a:lvl3pPr>
            <a:lvl4pPr marL="1828800" lvl="3" indent="-317500" algn="ctr">
              <a:spcBef>
                <a:spcPts val="0"/>
              </a:spcBef>
              <a:spcAft>
                <a:spcPts val="0"/>
              </a:spcAft>
              <a:buSzPct val="100000"/>
              <a:buChar char="●"/>
            </a:lvl4pPr>
            <a:lvl5pPr marL="2286000" lvl="4" indent="-317500" algn="ctr">
              <a:spcBef>
                <a:spcPts val="0"/>
              </a:spcBef>
              <a:spcAft>
                <a:spcPts val="0"/>
              </a:spcAft>
              <a:buSzPct val="100000"/>
              <a:buChar char="○"/>
            </a:lvl5pPr>
            <a:lvl6pPr marL="2743200" lvl="5" indent="-317500" algn="ctr">
              <a:spcBef>
                <a:spcPts val="0"/>
              </a:spcBef>
              <a:spcAft>
                <a:spcPts val="0"/>
              </a:spcAft>
              <a:buSzPct val="100000"/>
              <a:buChar char="■"/>
            </a:lvl6pPr>
            <a:lvl7pPr marL="3200400" lvl="6" indent="-317500" algn="ctr">
              <a:spcBef>
                <a:spcPts val="0"/>
              </a:spcBef>
              <a:spcAft>
                <a:spcPts val="0"/>
              </a:spcAft>
              <a:buSzPct val="100000"/>
              <a:buChar char="●"/>
            </a:lvl7pPr>
            <a:lvl8pPr marL="3657600" lvl="7" indent="-317500" algn="ctr">
              <a:spcBef>
                <a:spcPts val="0"/>
              </a:spcBef>
              <a:spcAft>
                <a:spcPts val="0"/>
              </a:spcAft>
              <a:buSzPct val="100000"/>
              <a:buChar char="○"/>
            </a:lvl8pPr>
            <a:lvl9pPr marL="4114800" lvl="8" indent="-317500" algn="ctr">
              <a:spcBef>
                <a:spcPts val="0"/>
              </a:spcBef>
              <a:spcAft>
                <a:spcPts val="0"/>
              </a:spcAft>
              <a:buSzPct val="100000"/>
              <a:buChar char="■"/>
            </a:lvl9pPr>
          </a:lstStyle>
          <a:p>
            <a:endParaRPr lang="en-US" dirty="0"/>
          </a:p>
        </p:txBody>
      </p:sp>
      <p:sp>
        <p:nvSpPr>
          <p:cNvPr id="4" name="Google Shape;47;p11"/>
          <p:cNvSpPr/>
          <p:nvPr>
            <p:ph type="sldNum" sz="quarter" idx="12"/>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432079B9-ECC2-42E7-944F-4105DD9A4DE5}" type="slidenum">
              <a:rPr/>
            </a:fld>
            <a:endParaRPr lang="en-US" dirty="0"/>
          </a:p>
        </p:txBody>
      </p:sp>
      <p:sp>
        <p:nvSpPr>
          <p:cNvPr id="5" name="Footer Placeholder 4"/>
          <p:cNvSpPr>
            <a:spLocks noGrp="1"/>
          </p:cNvSpPr>
          <p:nvPr>
            <p:ph type="ftr" sz="quarter" idx="13"/>
          </p:nvPr>
        </p:nvSpPr>
        <p:spPr/>
        <p:txBody>
          <a:bodyPr rtlCol="0"/>
          <a:lstStyle>
            <a:lvl1pPr lvl="0"/>
          </a:lstStyle>
          <a:p>
            <a:r>
              <a:rPr lang="en-US" dirty="0"/>
              <a:t>Footer</a:t>
            </a:r>
            <a:endParaRPr lang="en-US" dirty="0"/>
          </a:p>
        </p:txBody>
      </p:sp>
      <p:sp>
        <p:nvSpPr>
          <p:cNvPr id="6" name="Date Placeholder 3"/>
          <p:cNvSpPr>
            <a:spLocks noGrp="1"/>
          </p:cNvSpPr>
          <p:nvPr>
            <p:ph type="dt" sz="half" idx="14"/>
          </p:nvPr>
        </p:nvSpPr>
        <p:spPr/>
        <p:txBody>
          <a:bodyPr rtlCol="0"/>
          <a:lstStyle>
            <a:lvl1pPr lvl="0"/>
          </a:lstStyle>
          <a:p>
            <a:r>
              <a:rPr lang="en-US" dirty="0"/>
              <a:t>Date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Google Shape;49;p12"/>
          <p:cNvSpPr/>
          <p:nvPr>
            <p:ph type="sldNum" sz="quarter" idx="12"/>
          </p:nvPr>
        </p:nvSpPr>
        <p:spPr>
          <a:xfrm>
            <a:off x="8472458" y="4663217"/>
            <a:ext cx="548699" cy="393600"/>
          </a:xfrm>
          <a:prstGeom prst="rect">
            <a:avLst/>
          </a:prstGeom>
        </p:spPr>
        <p:txBody>
          <a:bodyPr spcFirstLastPara="1" wrap="square" lIns="91425" tIns="91425" rIns="91425" bIns="91425" rtlCol="0" anchor="ctr">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12AC9D98-FC31-42FE-91BB-F14B8F7F3A40}" type="slidenum">
              <a:rPr/>
            </a:fld>
            <a:endParaRPr lang="en-US" dirty="0"/>
          </a:p>
        </p:txBody>
      </p:sp>
      <p:sp>
        <p:nvSpPr>
          <p:cNvPr id="3" name="Footer Placeholder 4"/>
          <p:cNvSpPr>
            <a:spLocks noGrp="1"/>
          </p:cNvSpPr>
          <p:nvPr>
            <p:ph type="ftr" sz="quarter" idx="11"/>
          </p:nvPr>
        </p:nvSpPr>
        <p:spPr/>
        <p:txBody>
          <a:bodyPr rtlCol="0"/>
          <a:lstStyle>
            <a:lvl1pPr lvl="0"/>
          </a:lstStyle>
          <a:p>
            <a:r>
              <a:rPr lang="en-US" dirty="0"/>
              <a:t>Footer</a:t>
            </a:r>
            <a:endParaRPr lang="en-US" dirty="0"/>
          </a:p>
        </p:txBody>
      </p:sp>
      <p:sp>
        <p:nvSpPr>
          <p:cNvPr id="4" name="Date Placeholder 3"/>
          <p:cNvSpPr>
            <a:spLocks noGrp="1"/>
          </p:cNvSpPr>
          <p:nvPr>
            <p:ph type="dt" sz="half" idx="10"/>
          </p:nvPr>
        </p:nvSpPr>
        <p:spPr/>
        <p:txBody>
          <a:bodyPr rtlCol="0"/>
          <a:lstStyle>
            <a:lvl1pPr lvl="0"/>
          </a:lstStyle>
          <a:p>
            <a:r>
              <a:rPr lang="en-US" dirty="0"/>
              <a:t>Date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Google Shape;6;p1"/>
          <p:cNvSpPr/>
          <p:nvPr>
            <p:ph type="title"/>
          </p:nvPr>
        </p:nvSpPr>
        <p:spPr>
          <a:xfrm>
            <a:off x="311700" y="445025"/>
            <a:ext cx="8520600" cy="572700"/>
          </a:xfrm>
          <a:prstGeom prst="rect">
            <a:avLst/>
          </a:prstGeom>
          <a:noFill/>
          <a:ln>
            <a:noFill/>
          </a:ln>
        </p:spPr>
        <p:txBody>
          <a:bodyPr spcFirstLastPara="1" wrap="square" lIns="91425" tIns="91425" rIns="91425" bIns="91425" rtlCol="0" anchor="t">
            <a:normAutofit/>
          </a:bodyPr>
          <a:lstStyle>
            <a:lvl1pPr lvl="0">
              <a:spcBef>
                <a:spcPts val="0"/>
              </a:spcBef>
              <a:spcAft>
                <a:spcPts val="0"/>
              </a:spcAft>
              <a:buClr>
                <a:schemeClr val="dk1"/>
              </a:buClr>
              <a:buSzPct val="100000"/>
              <a:buNone/>
              <a:defRPr lang="en-US" sz="2800" dirty="0">
                <a:solidFill>
                  <a:schemeClr val="dk1"/>
                </a:solidFill>
              </a:defRPr>
            </a:lvl1pPr>
            <a:lvl2pPr lvl="1">
              <a:spcBef>
                <a:spcPts val="0"/>
              </a:spcBef>
              <a:spcAft>
                <a:spcPts val="0"/>
              </a:spcAft>
              <a:buClr>
                <a:schemeClr val="dk1"/>
              </a:buClr>
              <a:buSzPct val="100000"/>
              <a:buNone/>
              <a:defRPr lang="en-US" sz="2800" dirty="0">
                <a:solidFill>
                  <a:schemeClr val="dk1"/>
                </a:solidFill>
              </a:defRPr>
            </a:lvl2pPr>
            <a:lvl3pPr lvl="2">
              <a:spcBef>
                <a:spcPts val="0"/>
              </a:spcBef>
              <a:spcAft>
                <a:spcPts val="0"/>
              </a:spcAft>
              <a:buClr>
                <a:schemeClr val="dk1"/>
              </a:buClr>
              <a:buSzPct val="100000"/>
              <a:buNone/>
              <a:defRPr lang="en-US" sz="2800" dirty="0">
                <a:solidFill>
                  <a:schemeClr val="dk1"/>
                </a:solidFill>
              </a:defRPr>
            </a:lvl3pPr>
            <a:lvl4pPr lvl="3">
              <a:spcBef>
                <a:spcPts val="0"/>
              </a:spcBef>
              <a:spcAft>
                <a:spcPts val="0"/>
              </a:spcAft>
              <a:buClr>
                <a:schemeClr val="dk1"/>
              </a:buClr>
              <a:buSzPct val="100000"/>
              <a:buNone/>
              <a:defRPr lang="en-US" sz="2800" dirty="0">
                <a:solidFill>
                  <a:schemeClr val="dk1"/>
                </a:solidFill>
              </a:defRPr>
            </a:lvl4pPr>
            <a:lvl5pPr lvl="4">
              <a:spcBef>
                <a:spcPts val="0"/>
              </a:spcBef>
              <a:spcAft>
                <a:spcPts val="0"/>
              </a:spcAft>
              <a:buClr>
                <a:schemeClr val="dk1"/>
              </a:buClr>
              <a:buSzPct val="100000"/>
              <a:buNone/>
              <a:defRPr lang="en-US" sz="2800" dirty="0">
                <a:solidFill>
                  <a:schemeClr val="dk1"/>
                </a:solidFill>
              </a:defRPr>
            </a:lvl5pPr>
            <a:lvl6pPr lvl="5">
              <a:spcBef>
                <a:spcPts val="0"/>
              </a:spcBef>
              <a:spcAft>
                <a:spcPts val="0"/>
              </a:spcAft>
              <a:buClr>
                <a:schemeClr val="dk1"/>
              </a:buClr>
              <a:buSzPct val="100000"/>
              <a:buNone/>
              <a:defRPr lang="en-US" sz="2800" dirty="0">
                <a:solidFill>
                  <a:schemeClr val="dk1"/>
                </a:solidFill>
              </a:defRPr>
            </a:lvl6pPr>
            <a:lvl7pPr lvl="6">
              <a:spcBef>
                <a:spcPts val="0"/>
              </a:spcBef>
              <a:spcAft>
                <a:spcPts val="0"/>
              </a:spcAft>
              <a:buClr>
                <a:schemeClr val="dk1"/>
              </a:buClr>
              <a:buSzPct val="100000"/>
              <a:buNone/>
              <a:defRPr lang="en-US" sz="2800" dirty="0">
                <a:solidFill>
                  <a:schemeClr val="dk1"/>
                </a:solidFill>
              </a:defRPr>
            </a:lvl7pPr>
            <a:lvl8pPr lvl="7">
              <a:spcBef>
                <a:spcPts val="0"/>
              </a:spcBef>
              <a:spcAft>
                <a:spcPts val="0"/>
              </a:spcAft>
              <a:buClr>
                <a:schemeClr val="dk1"/>
              </a:buClr>
              <a:buSzPct val="100000"/>
              <a:buNone/>
              <a:defRPr lang="en-US" sz="2800" dirty="0">
                <a:solidFill>
                  <a:schemeClr val="dk1"/>
                </a:solidFill>
              </a:defRPr>
            </a:lvl8pPr>
            <a:lvl9pPr lvl="8">
              <a:spcBef>
                <a:spcPts val="0"/>
              </a:spcBef>
              <a:spcAft>
                <a:spcPts val="0"/>
              </a:spcAft>
              <a:buClr>
                <a:schemeClr val="dk1"/>
              </a:buClr>
              <a:buSzPct val="100000"/>
              <a:buNone/>
              <a:defRPr lang="en-US" sz="2800" dirty="0">
                <a:solidFill>
                  <a:schemeClr val="dk1"/>
                </a:solidFill>
              </a:defRPr>
            </a:lvl9pPr>
          </a:lstStyle>
          <a:p>
            <a:endParaRPr lang="en-US" dirty="0"/>
          </a:p>
        </p:txBody>
      </p:sp>
      <p:sp>
        <p:nvSpPr>
          <p:cNvPr id="3" name="Google Shape;7;p1"/>
          <p:cNvSpPr/>
          <p:nvPr>
            <p:ph type="body" idx="1"/>
          </p:nvPr>
        </p:nvSpPr>
        <p:spPr>
          <a:xfrm>
            <a:off x="311700" y="1152475"/>
            <a:ext cx="8520600" cy="3416400"/>
          </a:xfrm>
          <a:prstGeom prst="rect">
            <a:avLst/>
          </a:prstGeom>
          <a:noFill/>
          <a:ln>
            <a:noFill/>
          </a:ln>
        </p:spPr>
        <p:txBody>
          <a:bodyPr spcFirstLastPara="1" wrap="square" lIns="91425" tIns="91425" rIns="91425" bIns="91425" rtlCol="0" anchor="t">
            <a:normAutofit/>
          </a:bodyPr>
          <a:lstStyle>
            <a:lvl1pPr marL="457200" lvl="0" indent="-342900">
              <a:lnSpc>
                <a:spcPct val="115000"/>
              </a:lnSpc>
              <a:spcBef>
                <a:spcPts val="0"/>
              </a:spcBef>
              <a:spcAft>
                <a:spcPts val="0"/>
              </a:spcAft>
              <a:buClr>
                <a:srgbClr val="595959"/>
              </a:buClr>
              <a:buSzPct val="100000"/>
              <a:buChar char="●"/>
              <a:defRPr lang="en-US" sz="1800" dirty="0">
                <a:solidFill>
                  <a:srgbClr val="595959"/>
                </a:solidFill>
              </a:defRPr>
            </a:lvl1pPr>
            <a:lvl2pPr marL="914400" lvl="1" indent="-317500">
              <a:lnSpc>
                <a:spcPct val="115000"/>
              </a:lnSpc>
              <a:spcBef>
                <a:spcPts val="0"/>
              </a:spcBef>
              <a:spcAft>
                <a:spcPts val="0"/>
              </a:spcAft>
              <a:buClr>
                <a:srgbClr val="595959"/>
              </a:buClr>
              <a:buSzPct val="100000"/>
              <a:buChar char="○"/>
              <a:defRPr lang="en-US" dirty="0">
                <a:solidFill>
                  <a:srgbClr val="595959"/>
                </a:solidFill>
              </a:defRPr>
            </a:lvl2pPr>
            <a:lvl3pPr marL="1371600" lvl="2" indent="-317500">
              <a:lnSpc>
                <a:spcPct val="115000"/>
              </a:lnSpc>
              <a:spcBef>
                <a:spcPts val="0"/>
              </a:spcBef>
              <a:spcAft>
                <a:spcPts val="0"/>
              </a:spcAft>
              <a:buClr>
                <a:srgbClr val="595959"/>
              </a:buClr>
              <a:buSzPct val="100000"/>
              <a:buChar char="■"/>
              <a:defRPr lang="en-US" dirty="0">
                <a:solidFill>
                  <a:srgbClr val="595959"/>
                </a:solidFill>
              </a:defRPr>
            </a:lvl3pPr>
            <a:lvl4pPr marL="1828800" lvl="3" indent="-317500">
              <a:lnSpc>
                <a:spcPct val="115000"/>
              </a:lnSpc>
              <a:spcBef>
                <a:spcPts val="0"/>
              </a:spcBef>
              <a:spcAft>
                <a:spcPts val="0"/>
              </a:spcAft>
              <a:buClr>
                <a:srgbClr val="595959"/>
              </a:buClr>
              <a:buSzPct val="100000"/>
              <a:buChar char="●"/>
              <a:defRPr lang="en-US" dirty="0">
                <a:solidFill>
                  <a:srgbClr val="595959"/>
                </a:solidFill>
              </a:defRPr>
            </a:lvl4pPr>
            <a:lvl5pPr marL="2286000" lvl="4" indent="-317500">
              <a:lnSpc>
                <a:spcPct val="115000"/>
              </a:lnSpc>
              <a:spcBef>
                <a:spcPts val="0"/>
              </a:spcBef>
              <a:spcAft>
                <a:spcPts val="0"/>
              </a:spcAft>
              <a:buClr>
                <a:srgbClr val="595959"/>
              </a:buClr>
              <a:buSzPct val="100000"/>
              <a:buChar char="○"/>
              <a:defRPr lang="en-US" dirty="0">
                <a:solidFill>
                  <a:srgbClr val="595959"/>
                </a:solidFill>
              </a:defRPr>
            </a:lvl5pPr>
            <a:lvl6pPr marL="2743200" lvl="5" indent="-317500">
              <a:lnSpc>
                <a:spcPct val="115000"/>
              </a:lnSpc>
              <a:spcBef>
                <a:spcPts val="0"/>
              </a:spcBef>
              <a:spcAft>
                <a:spcPts val="0"/>
              </a:spcAft>
              <a:buClr>
                <a:srgbClr val="595959"/>
              </a:buClr>
              <a:buSzPct val="100000"/>
              <a:buChar char="■"/>
              <a:defRPr lang="en-US" dirty="0">
                <a:solidFill>
                  <a:srgbClr val="595959"/>
                </a:solidFill>
              </a:defRPr>
            </a:lvl6pPr>
            <a:lvl7pPr marL="3200400" lvl="6" indent="-317500">
              <a:lnSpc>
                <a:spcPct val="115000"/>
              </a:lnSpc>
              <a:spcBef>
                <a:spcPts val="0"/>
              </a:spcBef>
              <a:spcAft>
                <a:spcPts val="0"/>
              </a:spcAft>
              <a:buClr>
                <a:srgbClr val="595959"/>
              </a:buClr>
              <a:buSzPct val="100000"/>
              <a:buChar char="●"/>
              <a:defRPr lang="en-US" dirty="0">
                <a:solidFill>
                  <a:srgbClr val="595959"/>
                </a:solidFill>
              </a:defRPr>
            </a:lvl7pPr>
            <a:lvl8pPr marL="3657600" lvl="7" indent="-317500">
              <a:lnSpc>
                <a:spcPct val="115000"/>
              </a:lnSpc>
              <a:spcBef>
                <a:spcPts val="0"/>
              </a:spcBef>
              <a:spcAft>
                <a:spcPts val="0"/>
              </a:spcAft>
              <a:buClr>
                <a:srgbClr val="595959"/>
              </a:buClr>
              <a:buSzPct val="100000"/>
              <a:buChar char="○"/>
              <a:defRPr lang="en-US" dirty="0">
                <a:solidFill>
                  <a:srgbClr val="595959"/>
                </a:solidFill>
              </a:defRPr>
            </a:lvl8pPr>
            <a:lvl9pPr marL="4114800" lvl="8" indent="-317500">
              <a:lnSpc>
                <a:spcPct val="115000"/>
              </a:lnSpc>
              <a:spcBef>
                <a:spcPts val="0"/>
              </a:spcBef>
              <a:spcAft>
                <a:spcPts val="0"/>
              </a:spcAft>
              <a:buClr>
                <a:srgbClr val="595959"/>
              </a:buClr>
              <a:buSzPct val="100000"/>
              <a:buChar char="■"/>
              <a:defRPr lang="en-US" dirty="0">
                <a:solidFill>
                  <a:srgbClr val="595959"/>
                </a:solidFill>
              </a:defRPr>
            </a:lvl9pPr>
          </a:lstStyle>
          <a:p>
            <a:endParaRPr lang="en-US" dirty="0"/>
          </a:p>
        </p:txBody>
      </p:sp>
      <p:sp>
        <p:nvSpPr>
          <p:cNvPr id="4" name="Google Shape;8;p1"/>
          <p:cNvSpPr/>
          <p:nvPr>
            <p:ph type="sldNum" sz="quarter" idx="4"/>
          </p:nvPr>
        </p:nvSpPr>
        <p:spPr>
          <a:xfrm>
            <a:off x="8472458" y="4663217"/>
            <a:ext cx="548699" cy="393600"/>
          </a:xfrm>
          <a:prstGeom prst="rect">
            <a:avLst/>
          </a:prstGeom>
          <a:noFill/>
          <a:ln>
            <a:noFill/>
          </a:ln>
        </p:spPr>
        <p:txBody>
          <a:bodyPr spcFirstLastPara="1" wrap="square" lIns="91425" tIns="91425" rIns="91425" bIns="91425" rtlCol="0" anchor="ctr">
            <a:normAutofit/>
          </a:bodyPr>
          <a:lstStyle>
            <a:lvl1pPr lvl="0" algn="r">
              <a:buNone/>
              <a:defRPr lang="en-US" sz="1000" dirty="0">
                <a:solidFill>
                  <a:srgbClr val="595959"/>
                </a:solidFill>
              </a:defRPr>
            </a:lvl1pPr>
            <a:lvl2pPr lvl="1" algn="r">
              <a:buNone/>
              <a:defRPr lang="en-US" sz="1000" dirty="0">
                <a:solidFill>
                  <a:srgbClr val="595959"/>
                </a:solidFill>
              </a:defRPr>
            </a:lvl2pPr>
            <a:lvl3pPr lvl="2" algn="r">
              <a:buNone/>
              <a:defRPr lang="en-US" sz="1000" dirty="0">
                <a:solidFill>
                  <a:srgbClr val="595959"/>
                </a:solidFill>
              </a:defRPr>
            </a:lvl3pPr>
            <a:lvl4pPr lvl="3" algn="r">
              <a:buNone/>
              <a:defRPr lang="en-US" sz="1000" dirty="0">
                <a:solidFill>
                  <a:srgbClr val="595959"/>
                </a:solidFill>
              </a:defRPr>
            </a:lvl4pPr>
            <a:lvl5pPr lvl="4" algn="r">
              <a:buNone/>
              <a:defRPr lang="en-US" sz="1000" dirty="0">
                <a:solidFill>
                  <a:srgbClr val="595959"/>
                </a:solidFill>
              </a:defRPr>
            </a:lvl5pPr>
            <a:lvl6pPr lvl="5" algn="r">
              <a:buNone/>
              <a:defRPr lang="en-US" sz="1000" dirty="0">
                <a:solidFill>
                  <a:srgbClr val="595959"/>
                </a:solidFill>
              </a:defRPr>
            </a:lvl6pPr>
            <a:lvl7pPr lvl="6" algn="r">
              <a:buNone/>
              <a:defRPr lang="en-US" sz="1000" dirty="0">
                <a:solidFill>
                  <a:srgbClr val="595959"/>
                </a:solidFill>
              </a:defRPr>
            </a:lvl7pPr>
            <a:lvl8pPr lvl="7" algn="r">
              <a:buNone/>
              <a:defRPr lang="en-US" sz="1000" dirty="0">
                <a:solidFill>
                  <a:srgbClr val="595959"/>
                </a:solidFill>
              </a:defRPr>
            </a:lvl8pPr>
            <a:lvl9pPr lvl="8" algn="r">
              <a:buNone/>
              <a:defRPr lang="en-US" sz="1000" dirty="0">
                <a:solidFill>
                  <a:srgbClr val="595959"/>
                </a:solidFill>
              </a:defRPr>
            </a:lvl9pPr>
          </a:lstStyle>
          <a:p>
            <a:pPr marL="0" lvl="0" indent="0" algn="r" rtl="0">
              <a:spcBef>
                <a:spcPts val="0"/>
              </a:spcBef>
              <a:spcAft>
                <a:spcPts val="0"/>
              </a:spcAft>
              <a:buNone/>
            </a:pPr>
            <a:fld id="{062DDAC3-A027-4226-890E-0F7FBA92A646}" type="slidenum">
              <a:rPr/>
            </a:fld>
            <a:endParaRPr lang="en-US" dirty="0"/>
          </a:p>
        </p:txBody>
      </p:sp>
      <p:sp>
        <p:nvSpPr>
          <p:cNvPr id="5" name="Footer Placeholder 4"/>
          <p:cNvSpPr>
            <a:spLocks noGrp="1"/>
          </p:cNvSpPr>
          <p:nvPr>
            <p:ph type="ftr" sz="quarter" idx="3"/>
          </p:nvPr>
        </p:nvSpPr>
        <p:spPr>
          <a:xfrm>
            <a:off x="2495550" y="4686300"/>
            <a:ext cx="5181600" cy="285750"/>
          </a:xfrm>
          <a:prstGeom prst="rect">
            <a:avLst/>
          </a:prstGeom>
        </p:spPr>
        <p:txBody>
          <a:bodyPr vert="horz" lIns="91440" tIns="45720" rIns="91440" bIns="45720" rtlCol="0" anchor="ctr"/>
          <a:lstStyle>
            <a:lvl1pPr lvl="0" algn="ctr">
              <a:defRPr lang="en-US" sz="600" i="0" dirty="0">
                <a:solidFill>
                  <a:schemeClr val="bg1">
                    <a:lumMod val="50000"/>
                  </a:schemeClr>
                </a:solidFill>
                <a:latin typeface="+mn-lt"/>
              </a:defRPr>
            </a:lvl1pPr>
          </a:lstStyle>
          <a:p>
            <a:r>
              <a:rPr lang="en-US" dirty="0"/>
              <a:t>Footer</a:t>
            </a:r>
            <a:endParaRPr lang="en-US" dirty="0"/>
          </a:p>
        </p:txBody>
      </p:sp>
      <p:sp>
        <p:nvSpPr>
          <p:cNvPr id="6" name="Date Placeholder 3"/>
          <p:cNvSpPr>
            <a:spLocks noGrp="1"/>
          </p:cNvSpPr>
          <p:nvPr>
            <p:ph type="dt" sz="half" idx="2"/>
          </p:nvPr>
        </p:nvSpPr>
        <p:spPr>
          <a:xfrm>
            <a:off x="762000" y="4695033"/>
            <a:ext cx="1639570" cy="285750"/>
          </a:xfrm>
          <a:prstGeom prst="rect">
            <a:avLst/>
          </a:prstGeom>
        </p:spPr>
        <p:txBody>
          <a:bodyPr vert="horz" lIns="91440" tIns="45720" rIns="91440" bIns="45720" rtlCol="0" anchor="ctr"/>
          <a:lstStyle>
            <a:lvl1pPr lvl="0" algn="l">
              <a:defRPr lang="en-US" sz="600" i="0" dirty="0">
                <a:solidFill>
                  <a:schemeClr val="bg1">
                    <a:lumMod val="50000"/>
                  </a:schemeClr>
                </a:solidFill>
                <a:latin typeface="+mn-lt"/>
              </a:defRPr>
            </a:lvl1pPr>
          </a:lstStyle>
          <a:p>
            <a:r>
              <a:rPr lang="en-US" dirty="0"/>
              <a:t>Date</a:t>
            </a:r>
            <a:endParaRPr lang="en-US"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lvl="0"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1pPr>
      <a:lvl2pPr marR="0" lvl="1"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2pPr>
      <a:lvl3pPr marR="0" lvl="2"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3pPr>
      <a:lvl4pPr marR="0" lvl="3"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4pPr>
      <a:lvl5pPr marR="0" lvl="4"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5pPr>
      <a:lvl6pPr marR="0" lvl="5"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6pPr>
      <a:lvl7pPr marR="0" lvl="6"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7pPr>
      <a:lvl8pPr marR="0" lvl="7"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8pPr>
      <a:lvl9pPr marR="0" lvl="8"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9pPr>
    </p:titleStyle>
    <p:bodyStyle>
      <a:lvl1pPr marR="0" lvl="0"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1pPr>
      <a:lvl2pPr marR="0" lvl="1"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2pPr>
      <a:lvl3pPr marR="0" lvl="2"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3pPr>
      <a:lvl4pPr marR="0" lvl="3"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4pPr>
      <a:lvl5pPr marR="0" lvl="4"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5pPr>
      <a:lvl6pPr marR="0" lvl="5"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6pPr>
      <a:lvl7pPr marR="0" lvl="6"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7pPr>
      <a:lvl8pPr marR="0" lvl="7"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8pPr>
      <a:lvl9pPr marR="0" lvl="8"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9pPr>
    </p:bodyStyle>
    <p:otherStyle>
      <a:lvl1pPr marR="0" lvl="0"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1pPr>
      <a:lvl2pPr marR="0" lvl="1"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2pPr>
      <a:lvl3pPr marR="0" lvl="2"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3pPr>
      <a:lvl4pPr marR="0" lvl="3"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4pPr>
      <a:lvl5pPr marR="0" lvl="4"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5pPr>
      <a:lvl6pPr marR="0" lvl="5"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6pPr>
      <a:lvl7pPr marR="0" lvl="6"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7pPr>
      <a:lvl8pPr marR="0" lvl="7"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8pPr>
      <a:lvl9pPr marR="0" lvl="8"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p:nvPr/>
        </p:nvSpPr>
        <p:spPr>
          <a:xfrm>
            <a:off x="381000" y="209550"/>
            <a:ext cx="8609965" cy="1460500"/>
          </a:xfrm>
          <a:prstGeom prst="rect">
            <a:avLst/>
          </a:prstGeom>
          <a:noFill/>
          <a:ln>
            <a:noFill/>
          </a:ln>
        </p:spPr>
        <p:txBody>
          <a:bodyPr spcFirstLastPara="1" wrap="square" lIns="91425" tIns="45700" rIns="91425" bIns="45700" rtlCol="0" anchor="t">
            <a:normAutofit fontScale="90000"/>
          </a:bodyPr>
          <a:lstStyle/>
          <a:p>
            <a:pPr marL="0" lvl="0" indent="0" algn="ctr" rtl="0">
              <a:lnSpc>
                <a:spcPct val="90000"/>
              </a:lnSpc>
              <a:spcBef>
                <a:spcPts val="0"/>
              </a:spcBef>
              <a:spcAft>
                <a:spcPts val="0"/>
              </a:spcAft>
              <a:buNone/>
            </a:pPr>
            <a:r>
              <a:rPr lang="en-GB" sz="2400" b="1" dirty="0">
                <a:solidFill>
                  <a:srgbClr val="000000"/>
                </a:solidFill>
                <a:latin typeface="Calibri" panose="020F0502020204030204"/>
              </a:rPr>
              <a:t>DROWSINESS DETECTION SYSTEM WITH ADVANCED FACE TRACKING</a:t>
            </a:r>
            <a:endParaRPr lang="en-GB" sz="2400" b="1" dirty="0">
              <a:solidFill>
                <a:srgbClr val="000000"/>
              </a:solidFill>
              <a:latin typeface="Calibri" panose="020F0502020204030204"/>
            </a:endParaRPr>
          </a:p>
          <a:p>
            <a:pPr marL="0" lvl="0" indent="0" algn="ctr" rtl="0">
              <a:lnSpc>
                <a:spcPct val="90000"/>
              </a:lnSpc>
              <a:spcBef>
                <a:spcPts val="0"/>
              </a:spcBef>
              <a:spcAft>
                <a:spcPts val="0"/>
              </a:spcAft>
              <a:buNone/>
            </a:pPr>
          </a:p>
          <a:p>
            <a:pPr marL="3657600" lvl="8" indent="457200" algn="l" rtl="0">
              <a:lnSpc>
                <a:spcPct val="90000"/>
              </a:lnSpc>
              <a:spcBef>
                <a:spcPts val="1000"/>
              </a:spcBef>
              <a:spcAft>
                <a:spcPts val="0"/>
              </a:spcAft>
              <a:buNone/>
            </a:pPr>
            <a:r>
              <a:rPr altLang="en-GB" sz="2400" dirty="0">
                <a:solidFill>
                  <a:srgbClr val="000000"/>
                </a:solidFill>
                <a:latin typeface="Calibri" panose="020F0502020204030204"/>
              </a:rPr>
              <a:t>                                              Uttej Orra</a:t>
            </a:r>
            <a:endParaRPr lang="en-GB" sz="2400" dirty="0">
              <a:solidFill>
                <a:srgbClr val="000000"/>
              </a:solidFill>
              <a:latin typeface="Calibri" panose="020F0502020204030204"/>
            </a:endParaRPr>
          </a:p>
          <a:p>
            <a:pPr marL="3657600" lvl="8" indent="457200" algn="l" rtl="0">
              <a:lnSpc>
                <a:spcPct val="90000"/>
              </a:lnSpc>
              <a:spcBef>
                <a:spcPts val="1000"/>
              </a:spcBef>
              <a:spcAft>
                <a:spcPts val="0"/>
              </a:spcAft>
              <a:buNone/>
            </a:pPr>
            <a:r>
              <a:rPr altLang="en-GB" sz="2400" dirty="0">
                <a:solidFill>
                  <a:srgbClr val="000000"/>
                </a:solidFill>
                <a:latin typeface="Calibri" panose="020F0502020204030204"/>
              </a:rPr>
              <a:t>                                </a:t>
            </a:r>
            <a:r>
              <a:rPr lang="en-GB" sz="2400" dirty="0">
                <a:solidFill>
                  <a:srgbClr val="000000"/>
                </a:solidFill>
                <a:latin typeface="Calibri" panose="020F0502020204030204"/>
              </a:rPr>
              <a:t>           </a:t>
            </a:r>
            <a:endParaRPr lang="en-GB" sz="2400" dirty="0">
              <a:solidFill>
                <a:srgbClr val="000000"/>
              </a:solidFill>
              <a:latin typeface="Calibri" panose="020F0502020204030204"/>
            </a:endParaRPr>
          </a:p>
          <a:p>
            <a:pPr marL="0" lvl="0" indent="0" algn="ctr" rtl="0">
              <a:lnSpc>
                <a:spcPct val="90000"/>
              </a:lnSpc>
              <a:spcBef>
                <a:spcPts val="1000"/>
              </a:spcBef>
              <a:spcAft>
                <a:spcPts val="0"/>
              </a:spcAft>
              <a:buNone/>
            </a:pPr>
            <a:endParaRPr lang="en-GB" sz="2400"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0;p14"/>
          <p:cNvSpPr txBox="1"/>
          <p:nvPr/>
        </p:nvSpPr>
        <p:spPr>
          <a:xfrm>
            <a:off x="4805275" y="709250"/>
            <a:ext cx="2066700" cy="1197600"/>
          </a:xfrm>
          <a:prstGeom prst="rect">
            <a:avLst/>
          </a:prstGeom>
          <a:noFill/>
          <a:ln>
            <a:noFill/>
          </a:ln>
        </p:spPr>
        <p:txBody>
          <a:bodyPr spcFirstLastPara="1" wrap="square" lIns="91425" tIns="45700" rIns="91425" bIns="45700" rtlCol="0" anchor="ctr">
            <a:normAutofit/>
          </a:bodyPr>
          <a:lstStyle/>
          <a:p>
            <a:pPr marL="0" lvl="0" indent="0" algn="l" rtl="0">
              <a:lnSpc>
                <a:spcPct val="90000"/>
              </a:lnSpc>
              <a:spcBef>
                <a:spcPts val="0"/>
              </a:spcBef>
              <a:spcAft>
                <a:spcPts val="0"/>
              </a:spcAft>
              <a:buNone/>
            </a:pPr>
            <a:endParaRPr lang="en-US" sz="4400" dirty="0">
              <a:solidFill>
                <a:srgbClr val="000000"/>
              </a:solidFill>
              <a:latin typeface="Calibri" panose="020F0502020204030204"/>
            </a:endParaRPr>
          </a:p>
        </p:txBody>
      </p:sp>
      <p:sp>
        <p:nvSpPr>
          <p:cNvPr id="6" name="Google Shape;64;p14"/>
          <p:cNvSpPr/>
          <p:nvPr>
            <p:ph type="title"/>
          </p:nvPr>
        </p:nvSpPr>
        <p:spPr>
          <a:xfrm>
            <a:off x="171675" y="433275"/>
            <a:ext cx="8520600" cy="572700"/>
          </a:xfrm>
          <a:prstGeom prst="rect">
            <a:avLst/>
          </a:prstGeom>
        </p:spPr>
        <p:txBody>
          <a:bodyPr spcFirstLastPara="1" wrap="square" lIns="91425" tIns="91425" rIns="91425" bIns="91425" rtlCol="0" anchor="t">
            <a:normAutofit fontScale="90000"/>
          </a:bodyPr>
          <a:lstStyle/>
          <a:p>
            <a:pPr marL="0" lvl="0" indent="0" algn="l" rtl="0">
              <a:spcBef>
                <a:spcPts val="0"/>
              </a:spcBef>
              <a:spcAft>
                <a:spcPts val="0"/>
              </a:spcAft>
              <a:buNone/>
            </a:pPr>
            <a:r>
              <a:rPr lang="en-GB" sz="3245" b="1" dirty="0">
                <a:latin typeface="+mj-lt"/>
              </a:rPr>
              <a:t>Introduction</a:t>
            </a:r>
            <a:endParaRPr lang="en-GB" sz="3245" b="1" dirty="0">
              <a:latin typeface="+mj-lt"/>
            </a:endParaRPr>
          </a:p>
          <a:p>
            <a:pPr marL="0" lvl="0" indent="0" algn="l" rtl="0">
              <a:spcBef>
                <a:spcPts val="0"/>
              </a:spcBef>
              <a:spcAft>
                <a:spcPts val="0"/>
              </a:spcAft>
              <a:buNone/>
            </a:pPr>
            <a:br>
              <a:rPr lang="en-US" dirty="0"/>
            </a:br>
            <a:endParaRPr lang="en-US" dirty="0"/>
          </a:p>
        </p:txBody>
      </p:sp>
      <p:sp>
        <p:nvSpPr>
          <p:cNvPr id="7" name="Google Shape;65;p14"/>
          <p:cNvSpPr/>
          <p:nvPr>
            <p:ph type="body" idx="1"/>
          </p:nvPr>
        </p:nvSpPr>
        <p:spPr>
          <a:xfrm>
            <a:off x="311700" y="1152475"/>
            <a:ext cx="8520600" cy="3416400"/>
          </a:xfrm>
          <a:prstGeom prst="rect">
            <a:avLst/>
          </a:prstGeom>
        </p:spPr>
        <p:txBody>
          <a:bodyPr spcFirstLastPara="1" wrap="square" lIns="91425" tIns="91425" rIns="91425" bIns="91425" rtlCol="0" anchor="t">
            <a:noAutofit/>
          </a:bodyPr>
          <a:lstStyle/>
          <a:p>
            <a:pPr marL="457200" lvl="0" indent="-330200" algn="l" rtl="0">
              <a:lnSpc>
                <a:spcPct val="70000"/>
              </a:lnSpc>
              <a:spcBef>
                <a:spcPts val="0"/>
              </a:spcBef>
              <a:spcAft>
                <a:spcPts val="0"/>
              </a:spcAft>
              <a:buClr>
                <a:srgbClr val="374151"/>
              </a:buClr>
              <a:buSzPct val="100000"/>
              <a:buFont typeface="Roboto" panose="02000000000000000000"/>
              <a:buChar char="●"/>
            </a:pPr>
            <a:r>
              <a:rPr lang="en-GB" sz="1600" dirty="0">
                <a:solidFill>
                  <a:srgbClr val="374151"/>
                </a:solidFill>
                <a:highlight>
                  <a:srgbClr val="F7F7F8"/>
                </a:highlight>
                <a:latin typeface="Roboto" panose="02000000000000000000"/>
              </a:rPr>
              <a:t>Each year, 800 fatalities and 50,000 injuries result from drowsy-driving incidents, underscoring the critical need for effective fatigue detection measures.</a:t>
            </a:r>
            <a:endParaRPr lang="en-GB" sz="1600" dirty="0">
              <a:solidFill>
                <a:srgbClr val="374151"/>
              </a:solidFill>
              <a:highlight>
                <a:srgbClr val="F7F7F8"/>
              </a:highlight>
              <a:latin typeface="Roboto" panose="02000000000000000000"/>
            </a:endParaRPr>
          </a:p>
          <a:p>
            <a:pPr marL="457200" lvl="0" indent="-330200" algn="l" rtl="0">
              <a:lnSpc>
                <a:spcPct val="70000"/>
              </a:lnSpc>
              <a:spcBef>
                <a:spcPts val="0"/>
              </a:spcBef>
              <a:spcAft>
                <a:spcPts val="0"/>
              </a:spcAft>
              <a:buClr>
                <a:srgbClr val="374151"/>
              </a:buClr>
              <a:buSzPct val="100000"/>
              <a:buFont typeface="Roboto" panose="02000000000000000000"/>
              <a:buChar char="●"/>
            </a:pPr>
          </a:p>
          <a:p>
            <a:pPr indent="-330200" algn="l" rtl="0">
              <a:lnSpc>
                <a:spcPct val="70000"/>
              </a:lnSpc>
              <a:spcBef>
                <a:spcPts val="0"/>
              </a:spcBef>
              <a:spcAft>
                <a:spcPts val="0"/>
              </a:spcAft>
              <a:buClr>
                <a:srgbClr val="374151"/>
              </a:buClr>
              <a:buSzPct val="100000"/>
              <a:buFont typeface="Roboto" panose="02000000000000000000"/>
              <a:buChar char="●"/>
            </a:pPr>
            <a:r>
              <a:rPr lang="en-GB" sz="1600" dirty="0">
                <a:solidFill>
                  <a:srgbClr val="374151"/>
                </a:solidFill>
                <a:highlight>
                  <a:srgbClr val="F7F7F8"/>
                </a:highlight>
                <a:latin typeface="Roboto" panose="02000000000000000000"/>
              </a:rPr>
              <a:t>Our project introduces a cutting-edge Drowsiness Detection System that integrates face tracking, real-time facial feature monitoring, and the innovative Eyes Aspect Ratio (EAR) parameter.</a:t>
            </a:r>
            <a:endParaRPr lang="en-GB" sz="1600" dirty="0">
              <a:solidFill>
                <a:srgbClr val="374151"/>
              </a:solidFill>
              <a:highlight>
                <a:srgbClr val="F7F7F8"/>
              </a:highlight>
              <a:latin typeface="Roboto" panose="02000000000000000000"/>
            </a:endParaRPr>
          </a:p>
          <a:p>
            <a:pPr indent="-330200" algn="l" rtl="0">
              <a:lnSpc>
                <a:spcPct val="70000"/>
              </a:lnSpc>
              <a:spcBef>
                <a:spcPts val="0"/>
              </a:spcBef>
              <a:spcAft>
                <a:spcPts val="0"/>
              </a:spcAft>
              <a:buClr>
                <a:srgbClr val="374151"/>
              </a:buClr>
              <a:buSzPct val="100000"/>
              <a:buFont typeface="Roboto" panose="02000000000000000000"/>
              <a:buChar char="●"/>
            </a:pPr>
          </a:p>
          <a:p>
            <a:pPr indent="-330200" algn="l" rtl="0">
              <a:lnSpc>
                <a:spcPct val="70000"/>
              </a:lnSpc>
              <a:spcBef>
                <a:spcPts val="0"/>
              </a:spcBef>
              <a:spcAft>
                <a:spcPts val="0"/>
              </a:spcAft>
              <a:buClr>
                <a:srgbClr val="374151"/>
              </a:buClr>
              <a:buSzPct val="100000"/>
              <a:buFont typeface="Roboto" panose="02000000000000000000"/>
              <a:buChar char="●"/>
            </a:pPr>
            <a:r>
              <a:rPr lang="en-GB" sz="1600" dirty="0">
                <a:solidFill>
                  <a:srgbClr val="374151"/>
                </a:solidFill>
                <a:highlight>
                  <a:srgbClr val="F7F7F8"/>
                </a:highlight>
                <a:latin typeface="Roboto" panose="02000000000000000000"/>
              </a:rPr>
              <a:t>Using machine learning, our system continuously refines its fatigue detection capabilities, ensuring precise analysis of eye movements and facial expressions indicative of weariness.</a:t>
            </a:r>
            <a:endParaRPr lang="en-GB" sz="1600" dirty="0">
              <a:solidFill>
                <a:srgbClr val="374151"/>
              </a:solidFill>
              <a:highlight>
                <a:srgbClr val="F7F7F8"/>
              </a:highlight>
              <a:latin typeface="Roboto" panose="02000000000000000000"/>
            </a:endParaRPr>
          </a:p>
          <a:p>
            <a:pPr indent="-330200" algn="l" rtl="0">
              <a:lnSpc>
                <a:spcPct val="70000"/>
              </a:lnSpc>
              <a:spcBef>
                <a:spcPts val="0"/>
              </a:spcBef>
              <a:spcAft>
                <a:spcPts val="0"/>
              </a:spcAft>
              <a:buClr>
                <a:srgbClr val="374151"/>
              </a:buClr>
              <a:buSzPct val="100000"/>
              <a:buFont typeface="Roboto" panose="02000000000000000000"/>
              <a:buChar char="●"/>
            </a:pPr>
          </a:p>
          <a:p>
            <a:pPr indent="-330200" algn="l" rtl="0">
              <a:lnSpc>
                <a:spcPct val="70000"/>
              </a:lnSpc>
              <a:spcBef>
                <a:spcPts val="0"/>
              </a:spcBef>
              <a:spcAft>
                <a:spcPts val="0"/>
              </a:spcAft>
              <a:buClr>
                <a:srgbClr val="374151"/>
              </a:buClr>
              <a:buSzPct val="100000"/>
              <a:buFont typeface="Roboto" panose="02000000000000000000"/>
              <a:buChar char="●"/>
            </a:pPr>
            <a:r>
              <a:rPr lang="en-GB" sz="1600" dirty="0">
                <a:solidFill>
                  <a:srgbClr val="374151"/>
                </a:solidFill>
                <a:highlight>
                  <a:srgbClr val="F7F7F8"/>
                </a:highlight>
                <a:latin typeface="Roboto" panose="02000000000000000000"/>
              </a:rPr>
              <a:t>Beyond road safety, our technology addresses the risks faced by industrial workers, redefining workplace security through advanced computer vision and real-time monitoring.</a:t>
            </a:r>
            <a:endParaRPr lang="en-GB" sz="1600" dirty="0">
              <a:solidFill>
                <a:srgbClr val="374151"/>
              </a:solidFill>
              <a:highlight>
                <a:srgbClr val="F7F7F8"/>
              </a:highlight>
              <a:latin typeface="Roboto" panose="02000000000000000000"/>
            </a:endParaRPr>
          </a:p>
          <a:p>
            <a:pPr indent="-330200" algn="l" rtl="0">
              <a:lnSpc>
                <a:spcPct val="70000"/>
              </a:lnSpc>
              <a:spcBef>
                <a:spcPts val="0"/>
              </a:spcBef>
              <a:spcAft>
                <a:spcPts val="0"/>
              </a:spcAft>
              <a:buClr>
                <a:srgbClr val="374151"/>
              </a:buClr>
              <a:buSzPct val="100000"/>
              <a:buFont typeface="Roboto" panose="02000000000000000000"/>
              <a:buChar char="●"/>
            </a:pPr>
          </a:p>
          <a:p>
            <a:pPr indent="-330200" algn="l" rtl="0">
              <a:lnSpc>
                <a:spcPct val="70000"/>
              </a:lnSpc>
              <a:spcBef>
                <a:spcPts val="0"/>
              </a:spcBef>
              <a:spcAft>
                <a:spcPts val="0"/>
              </a:spcAft>
              <a:buClr>
                <a:srgbClr val="374151"/>
              </a:buClr>
              <a:buSzPct val="100000"/>
              <a:buFont typeface="Roboto" panose="02000000000000000000"/>
              <a:buChar char="●"/>
            </a:pPr>
            <a:r>
              <a:rPr lang="en-GB" sz="1600" dirty="0">
                <a:solidFill>
                  <a:srgbClr val="374151"/>
                </a:solidFill>
                <a:highlight>
                  <a:srgbClr val="F7F7F8"/>
                </a:highlight>
                <a:latin typeface="Roboto" panose="02000000000000000000"/>
              </a:rPr>
              <a:t>The system utilizes computer vision techniques to detect facial landmarks, analyzing eye movements, eyelid patterns, and facial expressions. It quantifies fatigue using the Eyes Aspect Ratio (EAR) parameter, providing a quantitative metric for assessment.</a:t>
            </a:r>
            <a:endParaRPr lang="en-GB" sz="1600" dirty="0">
              <a:solidFill>
                <a:srgbClr val="374151"/>
              </a:solidFill>
              <a:highlight>
                <a:srgbClr val="F7F7F8"/>
              </a:highlight>
              <a:latin typeface="Roboto" panose="020000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3;p15"/>
          <p:cNvSpPr/>
          <p:nvPr>
            <p:ph type="title"/>
          </p:nvPr>
        </p:nvSpPr>
        <p:spPr>
          <a:xfrm>
            <a:off x="311700" y="445025"/>
            <a:ext cx="8520600" cy="572700"/>
          </a:xfrm>
          <a:prstGeom prst="rect">
            <a:avLst/>
          </a:prstGeom>
        </p:spPr>
        <p:txBody>
          <a:bodyPr spcFirstLastPara="1" wrap="square" lIns="91425" tIns="91425" rIns="91425" bIns="91425" rtlCol="0" anchor="t">
            <a:noAutofit/>
          </a:bodyPr>
          <a:lstStyle/>
          <a:p>
            <a:pPr marL="0" lvl="0" indent="0" algn="l" rtl="0">
              <a:spcBef>
                <a:spcPts val="0"/>
              </a:spcBef>
              <a:spcAft>
                <a:spcPts val="0"/>
              </a:spcAft>
              <a:buSzPct val="34000"/>
              <a:buNone/>
            </a:pPr>
            <a:r>
              <a:rPr lang="en-GB" sz="2920" b="1" dirty="0">
                <a:latin typeface="+mj-lt"/>
              </a:rPr>
              <a:t>Literature Survey</a:t>
            </a:r>
            <a:r>
              <a:rPr lang="en-GB" sz="2920" b="1" dirty="0">
                <a:latin typeface="+mj-lt"/>
              </a:rPr>
              <a:t> </a:t>
            </a:r>
            <a:endParaRPr lang="en-GB" sz="2920" b="1" dirty="0">
              <a:latin typeface="+mj-lt"/>
            </a:endParaRPr>
          </a:p>
        </p:txBody>
      </p:sp>
      <p:sp>
        <p:nvSpPr>
          <p:cNvPr id="6" name="Google Shape;74;p15"/>
          <p:cNvSpPr/>
          <p:nvPr>
            <p:ph type="body" idx="1"/>
          </p:nvPr>
        </p:nvSpPr>
        <p:spPr>
          <a:xfrm>
            <a:off x="311700" y="1129000"/>
            <a:ext cx="8520600" cy="3416400"/>
          </a:xfrm>
          <a:prstGeom prst="rect">
            <a:avLst/>
          </a:prstGeom>
        </p:spPr>
        <p:txBody>
          <a:bodyPr spcFirstLastPara="1" wrap="square" lIns="91425" tIns="91425" rIns="91425" bIns="91425" rtlCol="0" anchor="t">
            <a:normAutofit fontScale="25000" lnSpcReduction="20000"/>
          </a:bodyPr>
          <a:lstStyle/>
          <a:p>
            <a:pPr marL="0" lvl="0" indent="0" algn="l" rtl="0">
              <a:spcBef>
                <a:spcPts val="0"/>
              </a:spcBef>
              <a:spcAft>
                <a:spcPts val="0"/>
              </a:spcAft>
              <a:buClr>
                <a:schemeClr val="dk1"/>
              </a:buClr>
              <a:buSzPct val="25000"/>
              <a:buFont typeface="Arial" panose="020B0604020202020204"/>
              <a:buNone/>
            </a:pPr>
            <a:r>
              <a:rPr lang="en-GB" sz="7250" b="1" dirty="0">
                <a:solidFill>
                  <a:schemeClr val="dk1"/>
                </a:solidFill>
                <a:latin typeface="SuperscriptNumbersFontFix"/>
              </a:rPr>
              <a:t>1.</a:t>
            </a:r>
            <a:r>
              <a:rPr lang="en-GB" sz="7250" b="1" dirty="0">
                <a:solidFill>
                  <a:schemeClr val="dk1"/>
                </a:solidFill>
                <a:latin typeface="SuperscriptNumbersFontFix"/>
              </a:rPr>
              <a:t>A Review of Recent Developments in Driver Drowsiness Detection Systems</a:t>
            </a:r>
            <a:endParaRPr lang="en-GB" sz="7250" b="1" dirty="0">
              <a:solidFill>
                <a:schemeClr val="dk1"/>
              </a:solidFill>
              <a:latin typeface="SuperscriptNumbersFontFix"/>
            </a:endParaRPr>
          </a:p>
          <a:p>
            <a:pPr marL="0" lvl="0" indent="0" algn="l" rtl="0">
              <a:spcBef>
                <a:spcPts val="1200"/>
              </a:spcBef>
              <a:spcAft>
                <a:spcPts val="0"/>
              </a:spcAft>
              <a:buNone/>
            </a:pPr>
            <a:r>
              <a:rPr lang="en-GB" sz="6000" b="0" dirty="0">
                <a:solidFill>
                  <a:schemeClr val="dk1"/>
                </a:solidFill>
                <a:latin typeface="SuperscriptNumbersFontFix"/>
              </a:rPr>
              <a:t>Yaman Albadawi, Maen Takruri, Mohammed Awad:</a:t>
            </a:r>
            <a:endParaRPr lang="en-GB" sz="6000" b="0" dirty="0">
              <a:solidFill>
                <a:schemeClr val="dk1"/>
              </a:solidFill>
              <a:latin typeface="SuperscriptNumbersFontFix"/>
            </a:endParaRPr>
          </a:p>
          <a:p>
            <a:pPr indent="0" algn="l" rtl="0">
              <a:spcBef>
                <a:spcPts val="1200"/>
              </a:spcBef>
              <a:spcAft>
                <a:spcPts val="0"/>
              </a:spcAft>
              <a:buNone/>
            </a:pPr>
            <a:r>
              <a:rPr lang="en-GB" sz="6000" b="0" dirty="0">
                <a:solidFill>
                  <a:schemeClr val="dk1"/>
                </a:solidFill>
                <a:latin typeface="SuperscriptNumbersFontFix"/>
              </a:rPr>
              <a:t>This study by Yaman Albadawi, Maen Takruri, and Mohammed Awad extensively investigates the development and applications of driver drowsiness detection systems over the last decade. It categorizes these systems into image-based, biological-based, vehicle-based, or hybrid-based, detailing their features, classification algorithms, and datasets. The study emphasizes the challenge of quantifying the extent of drowsy driving's impact on attention and alertness levels, offering a comparative analysis of system types and outlining future trends. It serves as a valuable resource for enhancing road safety.</a:t>
            </a:r>
            <a:endParaRPr lang="en-GB" sz="6000" b="0" dirty="0">
              <a:solidFill>
                <a:schemeClr val="dk1"/>
              </a:solidFill>
              <a:latin typeface="SuperscriptNumbersFontFix"/>
            </a:endParaRPr>
          </a:p>
          <a:p>
            <a:pPr marL="0" lvl="0" indent="0" algn="l" rtl="0">
              <a:spcBef>
                <a:spcPts val="1200"/>
              </a:spcBef>
              <a:spcAft>
                <a:spcPts val="0"/>
              </a:spcAft>
              <a:buClr>
                <a:schemeClr val="dk1"/>
              </a:buClr>
              <a:buSzPct val="81000"/>
              <a:buFont typeface="Arial" panose="020B0604020202020204"/>
              <a:buNone/>
            </a:pPr>
          </a:p>
          <a:p>
            <a:pPr marL="0" lvl="0" indent="0" algn="l" rtl="0">
              <a:spcBef>
                <a:spcPts val="1200"/>
              </a:spcBef>
              <a:spcAft>
                <a:spcPts val="1200"/>
              </a:spcAft>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2;p16"/>
          <p:cNvSpPr txBox="1"/>
          <p:nvPr/>
        </p:nvSpPr>
        <p:spPr>
          <a:xfrm>
            <a:off x="284174" y="709275"/>
            <a:ext cx="8666400" cy="4380300"/>
          </a:xfrm>
          <a:prstGeom prst="rect">
            <a:avLst/>
          </a:prstGeom>
          <a:noFill/>
          <a:ln>
            <a:noFill/>
          </a:ln>
        </p:spPr>
        <p:txBody>
          <a:bodyPr spcFirstLastPara="1" wrap="square" lIns="91425" tIns="91425" rIns="91425" bIns="91425" rtlCol="0" anchor="t">
            <a:noAutofit/>
          </a:bodyPr>
          <a:lstStyle/>
          <a:p>
            <a:pPr marL="0" lvl="0" indent="0" algn="l" rtl="0">
              <a:spcBef>
                <a:spcPts val="0"/>
              </a:spcBef>
              <a:spcAft>
                <a:spcPts val="0"/>
              </a:spcAft>
              <a:buNone/>
            </a:pPr>
            <a:r>
              <a:rPr lang="en-GB" sz="1800" b="1" dirty="0">
                <a:solidFill>
                  <a:schemeClr val="dk1"/>
                </a:solidFill>
                <a:latin typeface="SuperscriptNumbersFontFix"/>
              </a:rPr>
              <a:t>2. </a:t>
            </a:r>
            <a:r>
              <a:rPr lang="en-GB" sz="1800" b="1" dirty="0">
                <a:solidFill>
                  <a:schemeClr val="dk1"/>
                </a:solidFill>
                <a:latin typeface="SuperscriptNumbersFontFix"/>
              </a:rPr>
              <a:t>A review of physiological signals based driver drowsiness detection systems.</a:t>
            </a:r>
            <a:endParaRPr lang="en-GB" sz="1800" b="1" dirty="0">
              <a:solidFill>
                <a:schemeClr val="dk1"/>
              </a:solidFill>
              <a:latin typeface="SuperscriptNumbersFontFix"/>
            </a:endParaRPr>
          </a:p>
          <a:p>
            <a:pPr marL="0" lvl="0" indent="0" algn="l" rtl="0">
              <a:spcBef>
                <a:spcPts val="0"/>
              </a:spcBef>
              <a:spcAft>
                <a:spcPts val="0"/>
              </a:spcAft>
              <a:buNone/>
            </a:pPr>
          </a:p>
          <a:p>
            <a:pPr marL="0" lvl="0" indent="0" algn="l" rtl="0">
              <a:spcBef>
                <a:spcPts val="0"/>
              </a:spcBef>
              <a:spcAft>
                <a:spcPts val="0"/>
              </a:spcAft>
              <a:buClr>
                <a:schemeClr val="dk1"/>
              </a:buClr>
              <a:buSzPct val="100000"/>
              <a:buFont typeface="Arial" panose="020B0604020202020204"/>
              <a:buNone/>
            </a:pPr>
            <a:r>
              <a:rPr lang="en-GB" sz="1600" dirty="0">
                <a:solidFill>
                  <a:schemeClr val="dk1"/>
                </a:solidFill>
                <a:latin typeface="SuperscriptNumbersFontFix"/>
              </a:rPr>
              <a:t>Adil Ali Saleem, Hafeez Ur Rehman Siddiqui, Muhammad Amjad Raza, Furqan Rustam:</a:t>
            </a:r>
            <a:endParaRPr lang="en-GB" sz="1600" dirty="0">
              <a:solidFill>
                <a:schemeClr val="dk1"/>
              </a:solidFill>
              <a:latin typeface="SuperscriptNumbersFontFix"/>
            </a:endParaRPr>
          </a:p>
          <a:p>
            <a:pPr marL="0" lvl="0" indent="0" algn="l" rtl="0">
              <a:spcBef>
                <a:spcPts val="0"/>
              </a:spcBef>
              <a:spcAft>
                <a:spcPts val="0"/>
              </a:spcAft>
              <a:buClr>
                <a:schemeClr val="dk1"/>
              </a:buClr>
              <a:buSzPct val="100000"/>
              <a:buFont typeface="Arial" panose="020B0604020202020204"/>
              <a:buNone/>
            </a:pPr>
          </a:p>
          <a:p>
            <a:pPr indent="0" algn="l" rtl="0">
              <a:spcBef>
                <a:spcPts val="0"/>
              </a:spcBef>
              <a:spcAft>
                <a:spcPts val="0"/>
              </a:spcAft>
              <a:buClr>
                <a:schemeClr val="dk1"/>
              </a:buClr>
              <a:buSzPct val="100000"/>
              <a:buFont typeface="Arial" panose="020B0604020202020204"/>
              <a:buNone/>
            </a:pPr>
            <a:r>
              <a:rPr lang="en-GB" sz="1600" dirty="0">
                <a:solidFill>
                  <a:schemeClr val="dk1"/>
                </a:solidFill>
                <a:latin typeface="SuperscriptNumbersFontFix"/>
              </a:rPr>
              <a:t>This comprehensive survey by Adil Ali Saleem, Hafeez Ur Rehman Siddiqui, Muhammad Amjad Raza, and Furqan Rustam delves into driver drowsiness detection techniques, focusing on the use of physiological signals. It highlights the prevalence of drowsy driving incidents, particularly among young drivers and night shift workers, emphasizing the need for a comprehensive approach integrating various measures. The survey scrutinizes sensor nuances, environmental considerations, and experimental setups, offering guidance for stakeholders and advocating for advancements to reduce accidents, injuries, and fatalities associated with drowsy driving.</a:t>
            </a:r>
            <a:endParaRPr lang="en-GB" sz="1600" dirty="0">
              <a:solidFill>
                <a:schemeClr val="dk1"/>
              </a:solidFill>
              <a:latin typeface="SuperscriptNumbersFontFix"/>
            </a:endParaRPr>
          </a:p>
          <a:p>
            <a:pPr marL="0" lvl="0" indent="0" algn="l" rtl="0">
              <a:spcBef>
                <a:spcPts val="0"/>
              </a:spcBef>
              <a:spcAft>
                <a:spcPts val="0"/>
              </a:spcAft>
              <a:buNone/>
            </a:pPr>
            <a:endParaRPr lang="en-US" sz="2200" dirty="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0;p17"/>
          <p:cNvSpPr/>
          <p:nvPr>
            <p:ph type="title"/>
          </p:nvPr>
        </p:nvSpPr>
        <p:spPr>
          <a:xfrm>
            <a:off x="311700" y="445025"/>
            <a:ext cx="8520600" cy="572700"/>
          </a:xfrm>
          <a:prstGeom prst="rect">
            <a:avLst/>
          </a:prstGeom>
        </p:spPr>
        <p:txBody>
          <a:bodyPr spcFirstLastPara="1" wrap="square" lIns="91425" tIns="91425" rIns="91425" bIns="91425" rtlCol="0" anchor="t">
            <a:noAutofit/>
          </a:bodyPr>
          <a:lstStyle/>
          <a:p>
            <a:pPr marL="0" lvl="0" indent="0" algn="l" rtl="0">
              <a:spcBef>
                <a:spcPts val="0"/>
              </a:spcBef>
              <a:spcAft>
                <a:spcPts val="0"/>
              </a:spcAft>
              <a:buSzPct val="34000"/>
              <a:buNone/>
            </a:pPr>
            <a:r>
              <a:rPr lang="en-GB" sz="2920" b="1" dirty="0">
                <a:latin typeface="+mj-lt"/>
              </a:rPr>
              <a:t>DESIGN PHASE</a:t>
            </a:r>
            <a:endParaRPr lang="en-GB" sz="2920" b="1" dirty="0">
              <a:latin typeface="+mj-lt"/>
            </a:endParaRPr>
          </a:p>
        </p:txBody>
      </p:sp>
      <p:sp>
        <p:nvSpPr>
          <p:cNvPr id="6" name="Google Shape;91;p17"/>
          <p:cNvSpPr/>
          <p:nvPr>
            <p:ph type="body" idx="1"/>
          </p:nvPr>
        </p:nvSpPr>
        <p:spPr>
          <a:xfrm>
            <a:off x="311700" y="1152475"/>
            <a:ext cx="8520600" cy="3416400"/>
          </a:xfrm>
          <a:prstGeom prst="rect">
            <a:avLst/>
          </a:prstGeom>
        </p:spPr>
        <p:txBody>
          <a:bodyPr spcFirstLastPara="1" wrap="square" lIns="91425" tIns="91425" rIns="91425" bIns="91425" rtlCol="0" anchor="t">
            <a:normAutofit/>
          </a:bodyPr>
          <a:lstStyle/>
          <a:p>
            <a:pPr marL="228600" lvl="0" indent="-50800" algn="just" rtl="0">
              <a:lnSpc>
                <a:spcPct val="70000"/>
              </a:lnSpc>
              <a:spcBef>
                <a:spcPts val="0"/>
              </a:spcBef>
              <a:spcAft>
                <a:spcPts val="0"/>
              </a:spcAft>
              <a:buClr>
                <a:schemeClr val="dk1"/>
              </a:buClr>
              <a:buFont typeface="Arial" panose="020B0604020202020204"/>
              <a:buNone/>
            </a:pPr>
            <a:r>
              <a:rPr lang="en-GB" sz="1600" dirty="0">
                <a:solidFill>
                  <a:schemeClr val="dk1"/>
                </a:solidFill>
                <a:latin typeface="Calibri" panose="020F0502020204030204"/>
              </a:rPr>
              <a:t>The proposed drowsiness detection systems take images or videos as input, utilizing OpenCV for facial landmark detection and the dlib library for facial feature tracking. These technologies analyze eye movements and expressions to calculate the Eyes Aspect Ratio (EAR), a key metric for fatigue assessment. The systems integrate auditory alerts using pygame and winsound libraries and provide real-time visualization for immediate user feedback.</a:t>
            </a:r>
            <a:endParaRPr lang="en-GB" sz="1600" dirty="0">
              <a:solidFill>
                <a:schemeClr val="dk1"/>
              </a:solidFill>
              <a:latin typeface="Calibri" panose="020F0502020204030204"/>
            </a:endParaRPr>
          </a:p>
          <a:p>
            <a:pPr marL="0" lvl="0" indent="0" algn="l" rtl="0">
              <a:lnSpc>
                <a:spcPct val="95000"/>
              </a:lnSpc>
              <a:spcBef>
                <a:spcPts val="0"/>
              </a:spcBef>
              <a:spcAft>
                <a:spcPts val="1200"/>
              </a:spcAft>
              <a:buNone/>
            </a:pPr>
            <a:endParaRPr lang="en-US" dirty="0"/>
          </a:p>
        </p:txBody>
      </p:sp>
      <p:pic>
        <p:nvPicPr>
          <p:cNvPr id="7" name="Picture 6"/>
          <p:cNvPicPr>
            <a:picLocks noChangeAspect="1"/>
          </p:cNvPicPr>
          <p:nvPr/>
        </p:nvPicPr>
        <p:blipFill>
          <a:blip r:embed="rId1"/>
          <a:stretch>
            <a:fillRect/>
          </a:stretch>
        </p:blipFill>
        <p:spPr>
          <a:xfrm>
            <a:off x="2094747" y="2230755"/>
            <a:ext cx="4954495" cy="2911164"/>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02;p18"/>
          <p:cNvSpPr txBox="1"/>
          <p:nvPr/>
        </p:nvSpPr>
        <p:spPr>
          <a:xfrm>
            <a:off x="378125" y="310025"/>
            <a:ext cx="4720800" cy="399299"/>
          </a:xfrm>
          <a:prstGeom prst="rect">
            <a:avLst/>
          </a:prstGeom>
          <a:noFill/>
          <a:ln>
            <a:noFill/>
          </a:ln>
        </p:spPr>
        <p:txBody>
          <a:bodyPr spcFirstLastPara="1" wrap="square" lIns="91425" tIns="91425" rIns="91425" bIns="91425" rtlCol="0" anchor="t">
            <a:noAutofit/>
          </a:bodyPr>
          <a:lstStyle/>
          <a:p>
            <a:pPr marL="0" lvl="0" indent="0" algn="l" rtl="0">
              <a:spcBef>
                <a:spcPts val="0"/>
              </a:spcBef>
              <a:spcAft>
                <a:spcPts val="0"/>
              </a:spcAft>
              <a:buNone/>
            </a:pPr>
            <a:r>
              <a:rPr lang="en-GB" sz="1800" b="1" dirty="0">
                <a:solidFill>
                  <a:srgbClr val="595959"/>
                </a:solidFill>
                <a:latin typeface="+mj-lt"/>
              </a:rPr>
              <a:t>Sequence Diagram</a:t>
            </a:r>
            <a:endParaRPr lang="en-GB" sz="1800" b="1" dirty="0">
              <a:solidFill>
                <a:srgbClr val="595959"/>
              </a:solidFill>
              <a:latin typeface="+mj-lt"/>
            </a:endParaRPr>
          </a:p>
        </p:txBody>
      </p:sp>
      <p:pic>
        <p:nvPicPr>
          <p:cNvPr id="6" name="Picture 5"/>
          <p:cNvPicPr>
            <a:picLocks noChangeAspect="1"/>
          </p:cNvPicPr>
          <p:nvPr/>
        </p:nvPicPr>
        <p:blipFill>
          <a:blip r:embed="rId1"/>
          <a:stretch>
            <a:fillRect/>
          </a:stretch>
        </p:blipFill>
        <p:spPr>
          <a:xfrm>
            <a:off x="3161576" y="0"/>
            <a:ext cx="2820846" cy="5143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7;p19"/>
          <p:cNvSpPr txBox="1"/>
          <p:nvPr/>
        </p:nvSpPr>
        <p:spPr>
          <a:xfrm>
            <a:off x="401625" y="263049"/>
            <a:ext cx="5895000" cy="739800"/>
          </a:xfrm>
          <a:prstGeom prst="rect">
            <a:avLst/>
          </a:prstGeom>
          <a:noFill/>
          <a:ln>
            <a:noFill/>
          </a:ln>
        </p:spPr>
        <p:txBody>
          <a:bodyPr spcFirstLastPara="1" wrap="square" lIns="91425" tIns="91425" rIns="91425" bIns="91425" rtlCol="0" anchor="t">
            <a:noAutofit/>
          </a:bodyPr>
          <a:lstStyle/>
          <a:p>
            <a:pPr marL="0" lvl="0" indent="0" algn="l" rtl="0">
              <a:spcBef>
                <a:spcPts val="0"/>
              </a:spcBef>
              <a:spcAft>
                <a:spcPts val="0"/>
              </a:spcAft>
              <a:buNone/>
            </a:pPr>
            <a:r>
              <a:rPr lang="en-GB" sz="1800" b="1" dirty="0">
                <a:solidFill>
                  <a:srgbClr val="595959"/>
                </a:solidFill>
                <a:latin typeface="+mj-lt"/>
              </a:rPr>
              <a:t>Use Case Diagram</a:t>
            </a:r>
            <a:endParaRPr lang="en-GB" sz="1800" b="1" dirty="0">
              <a:solidFill>
                <a:srgbClr val="595959"/>
              </a:solidFill>
              <a:latin typeface="+mj-lt"/>
            </a:endParaRPr>
          </a:p>
        </p:txBody>
      </p:sp>
      <p:pic>
        <p:nvPicPr>
          <p:cNvPr id="3" name="Picture 2"/>
          <p:cNvPicPr>
            <a:picLocks noChangeAspect="1"/>
          </p:cNvPicPr>
          <p:nvPr/>
        </p:nvPicPr>
        <p:blipFill>
          <a:blip r:embed="rId1"/>
          <a:stretch>
            <a:fillRect/>
          </a:stretch>
        </p:blipFill>
        <p:spPr>
          <a:xfrm>
            <a:off x="2757487" y="785812"/>
            <a:ext cx="3629025" cy="357187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4;p20"/>
          <p:cNvSpPr txBox="1"/>
          <p:nvPr/>
        </p:nvSpPr>
        <p:spPr>
          <a:xfrm>
            <a:off x="401625" y="392225"/>
            <a:ext cx="6787499" cy="786900"/>
          </a:xfrm>
          <a:prstGeom prst="rect">
            <a:avLst/>
          </a:prstGeom>
          <a:noFill/>
          <a:ln>
            <a:noFill/>
          </a:ln>
        </p:spPr>
        <p:txBody>
          <a:bodyPr spcFirstLastPara="1" wrap="square" lIns="91425" tIns="91425" rIns="91425" bIns="91425" rtlCol="0" anchor="t">
            <a:noAutofit/>
          </a:bodyPr>
          <a:lstStyle/>
          <a:p>
            <a:pPr marL="0" lvl="0" indent="0" algn="l" rtl="0">
              <a:spcBef>
                <a:spcPts val="0"/>
              </a:spcBef>
              <a:spcAft>
                <a:spcPts val="0"/>
              </a:spcAft>
              <a:buNone/>
            </a:pPr>
            <a:r>
              <a:rPr lang="en-GB" sz="1800" b="1" dirty="0">
                <a:solidFill>
                  <a:srgbClr val="595959"/>
                </a:solidFill>
                <a:latin typeface="+mj-lt"/>
              </a:rPr>
              <a:t>Data Flow diagram</a:t>
            </a:r>
            <a:endParaRPr lang="en-GB" sz="1800" b="1" dirty="0">
              <a:solidFill>
                <a:srgbClr val="595959"/>
              </a:solidFill>
              <a:latin typeface="+mj-lt"/>
            </a:endParaRPr>
          </a:p>
        </p:txBody>
      </p:sp>
      <p:pic>
        <p:nvPicPr>
          <p:cNvPr id="3" name="Picture 2"/>
          <p:cNvPicPr>
            <a:picLocks noChangeAspect="1"/>
          </p:cNvPicPr>
          <p:nvPr/>
        </p:nvPicPr>
        <p:blipFill>
          <a:blip r:embed="rId1"/>
          <a:stretch>
            <a:fillRect/>
          </a:stretch>
        </p:blipFill>
        <p:spPr>
          <a:xfrm>
            <a:off x="3184607" y="919162"/>
            <a:ext cx="2678029" cy="342906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5;p22"/>
          <p:cNvSpPr txBox="1"/>
          <p:nvPr/>
        </p:nvSpPr>
        <p:spPr>
          <a:xfrm>
            <a:off x="312250" y="303700"/>
            <a:ext cx="8426400" cy="4587300"/>
          </a:xfrm>
          <a:prstGeom prst="rect">
            <a:avLst/>
          </a:prstGeom>
          <a:noFill/>
          <a:ln>
            <a:noFill/>
          </a:ln>
        </p:spPr>
        <p:txBody>
          <a:bodyPr spcFirstLastPara="1" wrap="square" lIns="91425" tIns="91425" rIns="91425" bIns="91425" rtlCol="0" anchor="t">
            <a:noAutofit/>
          </a:bodyPr>
          <a:lstStyle/>
          <a:p>
            <a:pPr marL="0" lvl="0" indent="0" algn="l" rtl="0">
              <a:spcBef>
                <a:spcPts val="0"/>
              </a:spcBef>
              <a:spcAft>
                <a:spcPts val="0"/>
              </a:spcAft>
              <a:buNone/>
            </a:pPr>
            <a:r>
              <a:rPr lang="en-GB" sz="2900" b="1" dirty="0">
                <a:solidFill>
                  <a:srgbClr val="595959"/>
                </a:solidFill>
                <a:latin typeface="+mj-lt"/>
              </a:rPr>
              <a:t>Conclusion</a:t>
            </a:r>
            <a:endParaRPr lang="en-GB" sz="2900" b="1" dirty="0">
              <a:solidFill>
                <a:srgbClr val="595959"/>
              </a:solidFill>
              <a:latin typeface="+mj-lt"/>
            </a:endParaRPr>
          </a:p>
          <a:p>
            <a:pPr marL="0" lvl="0" indent="0" algn="l" rtl="0">
              <a:spcBef>
                <a:spcPts val="0"/>
              </a:spcBef>
              <a:spcAft>
                <a:spcPts val="0"/>
              </a:spcAft>
              <a:buNone/>
            </a:pPr>
          </a:p>
          <a:p>
            <a:pPr marL="228600" lvl="0" indent="-50800" algn="l" rtl="0">
              <a:lnSpc>
                <a:spcPct val="90000"/>
              </a:lnSpc>
              <a:spcBef>
                <a:spcPts val="0"/>
              </a:spcBef>
              <a:spcAft>
                <a:spcPts val="0"/>
              </a:spcAft>
              <a:buClr>
                <a:schemeClr val="dk1"/>
              </a:buClr>
              <a:buSzPct val="93000"/>
              <a:buFont typeface="Arial" panose="020B0604020202020204"/>
              <a:buNone/>
            </a:pPr>
            <a:r>
              <a:rPr lang="en-GB" sz="2400" dirty="0">
                <a:solidFill>
                  <a:srgbClr val="374151"/>
                </a:solidFill>
                <a:highlight>
                  <a:srgbClr val="F7F7F8"/>
                </a:highlight>
                <a:latin typeface="Calibri" panose="020F0502020204030204"/>
              </a:rPr>
              <a:t>In conclusion, our project represents a significant advancement in drowsiness detection systems, leveraging cutting-edge technologies to enhance road safety and workplace security. By integrating OpenCV and the dlib library, our system offers a cost-effective and adaptable solution for real-time fatigue assessment. The incorporation of auditory alerts and real-time visualization further enhances user awareness and engagement. With a focus on user customization and flexibility, our system aims to redefine the landscape of drowsiness detection, ensuring a safer and more efficient environment for drivers and workers alike.</a:t>
            </a:r>
            <a:endParaRPr lang="en-GB" sz="2400" dirty="0">
              <a:solidFill>
                <a:srgbClr val="374151"/>
              </a:solidFill>
              <a:highlight>
                <a:srgbClr val="F7F7F8"/>
              </a:highlight>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0;p23"/>
          <p:cNvSpPr txBox="1"/>
          <p:nvPr/>
        </p:nvSpPr>
        <p:spPr>
          <a:xfrm>
            <a:off x="260700" y="239550"/>
            <a:ext cx="6623100" cy="880800"/>
          </a:xfrm>
          <a:prstGeom prst="rect">
            <a:avLst/>
          </a:prstGeom>
          <a:noFill/>
          <a:ln>
            <a:noFill/>
          </a:ln>
        </p:spPr>
        <p:txBody>
          <a:bodyPr spcFirstLastPara="1" wrap="square" lIns="91425" tIns="91425" rIns="91425" bIns="91425" rtlCol="0" anchor="t">
            <a:noAutofit/>
          </a:bodyPr>
          <a:lstStyle/>
          <a:p>
            <a:pPr marL="0" lvl="0" indent="0" algn="l" rtl="0">
              <a:spcBef>
                <a:spcPts val="0"/>
              </a:spcBef>
              <a:spcAft>
                <a:spcPts val="0"/>
              </a:spcAft>
              <a:buNone/>
            </a:pPr>
            <a:r>
              <a:rPr lang="en-GB" sz="2000" b="1" dirty="0">
                <a:solidFill>
                  <a:srgbClr val="595959"/>
                </a:solidFill>
                <a:latin typeface="+mj-lt"/>
              </a:rPr>
              <a:t>References</a:t>
            </a:r>
            <a:endParaRPr lang="en-GB" sz="2000" b="1" dirty="0">
              <a:solidFill>
                <a:srgbClr val="595959"/>
              </a:solidFill>
              <a:latin typeface="+mj-lt"/>
            </a:endParaRPr>
          </a:p>
        </p:txBody>
      </p:sp>
      <p:sp>
        <p:nvSpPr>
          <p:cNvPr id="3" name="Google Shape;131;p23"/>
          <p:cNvSpPr txBox="1"/>
          <p:nvPr/>
        </p:nvSpPr>
        <p:spPr>
          <a:xfrm>
            <a:off x="789150" y="1272949"/>
            <a:ext cx="7938300" cy="3593400"/>
          </a:xfrm>
          <a:prstGeom prst="rect">
            <a:avLst/>
          </a:prstGeom>
          <a:noFill/>
          <a:ln>
            <a:noFill/>
          </a:ln>
        </p:spPr>
        <p:txBody>
          <a:bodyPr spcFirstLastPara="1" wrap="square" lIns="91425" tIns="91425" rIns="91425" bIns="91425" rtlCol="0" anchor="t">
            <a:noAutofit/>
          </a:bodyPr>
          <a:lstStyle/>
          <a:p>
            <a:pPr marL="228600" lvl="0" indent="-152400" algn="l" rtl="0">
              <a:lnSpc>
                <a:spcPct val="150000"/>
              </a:lnSpc>
              <a:spcBef>
                <a:spcPts val="1200"/>
              </a:spcBef>
              <a:spcAft>
                <a:spcPts val="0"/>
              </a:spcAft>
              <a:buClr>
                <a:schemeClr val="dk1"/>
              </a:buClr>
              <a:buSzPct val="61000"/>
              <a:buFont typeface="Arial" panose="020B0604020202020204"/>
              <a:buNone/>
            </a:pPr>
          </a:p>
          <a:p>
            <a:pPr indent="-152400" algn="l" rtl="0">
              <a:lnSpc>
                <a:spcPct val="150000"/>
              </a:lnSpc>
              <a:spcBef>
                <a:spcPts val="1200"/>
              </a:spcBef>
              <a:spcAft>
                <a:spcPts val="0"/>
              </a:spcAft>
              <a:buClr>
                <a:schemeClr val="dk1"/>
              </a:buClr>
              <a:buSzPct val="61000"/>
              <a:buFont typeface="Arial" panose="020B0604020202020204"/>
              <a:buNone/>
            </a:pPr>
          </a:p>
          <a:p>
            <a:pPr indent="-152400" algn="l" rtl="0">
              <a:lnSpc>
                <a:spcPct val="150000"/>
              </a:lnSpc>
              <a:spcBef>
                <a:spcPts val="1200"/>
              </a:spcBef>
              <a:spcAft>
                <a:spcPts val="0"/>
              </a:spcAft>
              <a:buClr>
                <a:schemeClr val="dk1"/>
              </a:buClr>
              <a:buSzPct val="61000"/>
              <a:buFont typeface="Arial" panose="020B0604020202020204"/>
              <a:buNone/>
            </a:pPr>
          </a:p>
          <a:p>
            <a:pPr marL="0" lvl="0" indent="0" algn="l" rtl="0">
              <a:spcBef>
                <a:spcPts val="1200"/>
              </a:spcBef>
              <a:spcAft>
                <a:spcPts val="0"/>
              </a:spcAft>
              <a:buNone/>
            </a:pPr>
            <a:endParaRPr lang="en-US" sz="1800" dirty="0">
              <a:solidFill>
                <a:srgbClr val="595959"/>
              </a:solidFill>
            </a:endParaRPr>
          </a:p>
        </p:txBody>
      </p:sp>
      <p:sp>
        <p:nvSpPr>
          <p:cNvPr id="4" name="Text Box 3"/>
          <p:cNvSpPr txBox="1"/>
          <p:nvPr/>
        </p:nvSpPr>
        <p:spPr>
          <a:xfrm>
            <a:off x="543991" y="909389"/>
            <a:ext cx="8339785" cy="3629710"/>
          </a:xfrm>
          <a:prstGeom prst="rect">
            <a:avLst/>
          </a:prstGeom>
        </p:spPr>
        <p:txBody>
          <a:bodyPr lIns="95250" tIns="47625" rIns="95250" bIns="47625" rtlCol="0">
            <a:noAutofit/>
          </a:bodyPr>
          <a:lstStyle/>
          <a:p>
            <a:pPr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pPr>
            <a:r>
              <a:rPr lang="en-US" sz="1400" b="0" i="0" u="none" strike="noStrike" cap="none" dirty="0">
                <a:solidFill>
                  <a:srgbClr val="000000"/>
                </a:solidFill>
                <a:latin typeface="Arial" panose="020B0604020202020204"/>
              </a:rPr>
              <a:t> 1. "A Review of Driver Drowsiness Detection Systems: Techniques, Advantages and Limitations", A. G. Wheaton, R. A. Shults, D. P. Chapman, E. S. Ford, and J. B. Croft, “Drowsy Driving and Risk Behaviours — 10 States and Puerto Rico, 2011–2012,” Morb. Mortal. Wkly. Rep., vol. 63, no. 26, pp. 557–562, Jul. 2014.</a:t>
            </a:r>
            <a:endParaRPr lang="en-US" sz="1400" b="0" i="0" u="none" strike="noStrike" cap="none" dirty="0">
              <a:solidFill>
                <a:srgbClr val="000000"/>
              </a:solidFill>
              <a:latin typeface="Arial" panose="020B0604020202020204"/>
            </a:endParaRPr>
          </a:p>
          <a:p>
            <a:pPr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pPr>
          </a:p>
          <a:p>
            <a:pPr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pPr>
            <a:r>
              <a:rPr lang="en-US" sz="1400" b="0" i="0" u="none" strike="noStrike" cap="none" dirty="0">
                <a:solidFill>
                  <a:srgbClr val="000000"/>
                </a:solidFill>
                <a:latin typeface="Arial" panose="020B0604020202020204"/>
              </a:rPr>
              <a:t> 2. </a:t>
            </a:r>
            <a:r>
              <a:rPr lang="en-US" sz="1400" b="0" i="0" u="none" strike="noStrike" cap="none" dirty="0">
                <a:solidFill>
                  <a:srgbClr val="000000"/>
                </a:solidFill>
                <a:latin typeface="Arial" panose="020B0604020202020204"/>
              </a:rPr>
              <a:t>A Critical Review”, de Naurois, C.  J., Bourdin, C., Stratulat, A., Diaz, E., Vercher, J.-L.  J. A.  A., &amp; Prevention. (2019).  Detection and prediction of driver drowsiness using artificial neural network models. 126, 95- 104. </a:t>
            </a:r>
            <a:endParaRPr lang="en-US" sz="1400" b="0" i="0" u="none" strike="noStrike" cap="none" dirty="0">
              <a:solidFill>
                <a:srgbClr val="000000"/>
              </a:solidFill>
              <a:latin typeface="Arial" panose="020B0604020202020204"/>
            </a:endParaRPr>
          </a:p>
          <a:p>
            <a:pPr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pPr>
          </a:p>
          <a:p>
            <a:pPr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pPr>
            <a:r>
              <a:rPr lang="en-US" sz="1400" b="0" i="0" u="none" strike="noStrike" cap="none" dirty="0">
                <a:solidFill>
                  <a:srgbClr val="000000"/>
                </a:solidFill>
                <a:latin typeface="Arial" panose="020B0604020202020204"/>
              </a:rPr>
              <a:t>3. "Eye tracking system to detect driver drowsiness", M. J. Flores, J. M. Armingol and A. de la Escalera, "Real-time drowsiness detection system for an intelligent vehicle," IEEE Intelligent Vehicles Symposium, June 4-6, 2008, The Netherlands, pp. 637-642. </a:t>
            </a:r>
            <a:endParaRPr lang="en-US" sz="1400" b="0" i="0" u="none" strike="noStrike" cap="none" dirty="0">
              <a:solidFill>
                <a:srgbClr val="000000"/>
              </a:solidFill>
              <a:latin typeface="Arial" panose="020B0604020202020204"/>
            </a:endParaRPr>
          </a:p>
          <a:p>
            <a:pPr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pPr>
          </a:p>
          <a:p>
            <a:pPr algn="l" rtl="0">
              <a:lnSpc>
                <a:spcPct val="100000"/>
              </a:lnSpc>
              <a:spcBef>
                <a:spcPts val="0"/>
              </a:spcBef>
              <a:spcAft>
                <a:spcPts val="0"/>
              </a:spcAft>
              <a:buClr>
                <a:srgbClr val="000000"/>
              </a:buClr>
              <a:buFont typeface="Arial" panose="020B0604020202020204"/>
              <a:defRPr lang="en-US" sz="1400" b="0" i="0" u="none" strike="noStrike" cap="none" dirty="0">
                <a:solidFill>
                  <a:srgbClr val="000000"/>
                </a:solidFill>
                <a:latin typeface="Arial" panose="020B0604020202020204"/>
              </a:defRPr>
            </a:pPr>
            <a:r>
              <a:rPr lang="en-US" sz="1400" b="0" i="0" u="none" strike="noStrike" cap="none" dirty="0">
                <a:solidFill>
                  <a:srgbClr val="000000"/>
                </a:solidFill>
                <a:latin typeface="Arial" panose="020B0604020202020204"/>
              </a:rPr>
              <a:t>4. "Driver alert state and fatigue detection by salient points analysis," IEEE International Conference on Systems, Man, and Cybernetics, October, 2009, USA, pp. 455-461.</a:t>
            </a:r>
            <a:endParaRPr lang="en-US" sz="1400" b="0" i="0" u="none" strike="noStrike" cap="none" dirty="0">
              <a:solidFill>
                <a:srgbClr val="000000"/>
              </a:solidFill>
              <a:latin typeface="Arial" panose="020B06040202020202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a:solidFill>
            <a:schemeClr val="phClr">
              <a:shade val="95000"/>
              <a:satMod val="104999"/>
            </a:schemeClr>
          </a:solid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a:solidFill>
            <a:schemeClr val="phClr">
              <a:shade val="95000"/>
              <a:satMod val="104999"/>
            </a:schemeClr>
          </a:solid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4783</Words>
  <Application>WPS Presentation</Application>
  <PresentationFormat>On-Screen Show (4:3)</PresentationFormat>
  <Paragraphs>63</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Arial</vt:lpstr>
      <vt:lpstr>Calibri</vt:lpstr>
      <vt:lpstr>Roboto</vt:lpstr>
      <vt:lpstr>SuperscriptNumbersFontFix</vt:lpstr>
      <vt:lpstr>Liberation Mono</vt:lpstr>
      <vt:lpstr>Times New Roman</vt:lpstr>
      <vt:lpstr>Microsoft YaHei</vt:lpstr>
      <vt:lpstr>Arial Unicode MS</vt:lpstr>
      <vt:lpstr>Simple Light</vt:lpstr>
      <vt:lpstr>PowerPoint 演示文稿</vt:lpstr>
      <vt:lpstr> </vt:lpstr>
      <vt:lpstr>Literature Survey </vt:lpstr>
      <vt:lpstr>PowerPoint 演示文稿</vt:lpstr>
      <vt:lpstr>DESIGN PHASE</vt:lpstr>
      <vt:lpstr>PowerPoint 演示文稿</vt:lpstr>
      <vt:lpstr>PowerPoint 演示文稿</vt:lpstr>
      <vt:lpstr>PowerPoint 演示文稿</vt:lpstr>
      <vt:lpstr>PowerPoint 演示文稿</vt:lpstr>
      <vt:lpstr>PowerPoint 演示文稿</vt:lpstr>
    </vt:vector>
  </TitlesOfParts>
  <Company>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uttej reddy</cp:lastModifiedBy>
  <cp:revision>2</cp:revision>
  <dcterms:created xsi:type="dcterms:W3CDTF">2024-03-06T05:38:00Z</dcterms:created>
  <dcterms:modified xsi:type="dcterms:W3CDTF">2025-12-13T12:50:17Z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A5F65091A64E41839450B36D2ECCC1B0_12</vt:lpwstr>
  </property>
  <property fmtid="{D5CDD505-2E9C-101B-9397-08002B2CF9AE}" pid="3" name="KSOProductBuildVer">
    <vt:lpwstr>1033-12.2.0.23155</vt:lpwstr>
  </property>
</Properties>
</file>