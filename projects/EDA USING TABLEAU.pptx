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Lato" panose="020F0502020204030203" pitchFamily="34" charset="0"/>
      <p:regular r:id="rId11"/>
    </p:embeddedFont>
    <p:embeddedFont>
      <p:font typeface="Montserrat" panose="020F0502020204030204" pitchFamily="2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3a543723b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3a543723b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3a543723b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23a543723b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23a543723b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23a543723b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3a543723b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23a543723b_0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23a543723b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23a543723b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23a543723b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23a543723b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23a543723b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23a543723b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 panose="020F0502020204030203"/>
              <a:buChar char="●"/>
              <a:defRPr sz="13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●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●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171330"/>
            <a:ext cx="5017500" cy="16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/>
              <a:t>EDA USING TABLEAU</a:t>
            </a:r>
            <a:endParaRPr sz="380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404325"/>
            <a:ext cx="3470700" cy="10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O.Uttej Reddy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Abstract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Introduction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Literature Survey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Technology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Results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Conclusion</a:t>
            </a:r>
            <a:endParaRPr sz="15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ABSTRACT</a:t>
            </a:r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346925"/>
            <a:ext cx="7038900" cy="29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A Tableau dashboard which is based on Netflix’s dataset over the past few decades.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This dashboard is useful to analyse raw data and  layout various graphical representations to understand the data better.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This dashboard lets the viewer to compare a variety of data simultaneously.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lang="en-GB" sz="1500"/>
              <a:t>A simple dashboard which can be easily understood by everyone via various graphs and pie charts.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379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This Dashboard represents the raw data in the form of simple graphical representations.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Some of these graphical representations are pie charts, maps, tree maps, horizontal bars, list etc.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lang="en-GB" sz="1500"/>
              <a:t>These graphical representations make the data simpler and easily readable.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Literature Survey</a:t>
            </a:r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This dashboard helps the viewer to compare between various TV shows and movies over the past few decades and choose among them.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Viewer also gets an insight of the top TV shows and Movies in Netflix.</a:t>
            </a:r>
            <a:endParaRPr sz="1500"/>
          </a:p>
          <a:p>
            <a:pPr marL="45720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lang="en-GB" sz="1500"/>
              <a:t>Viewer can choose between shows according to his/her preferences such as, genre, based on directors, country/region.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56500" y="6009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Technology</a:t>
            </a:r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3041700" y="1993800"/>
            <a:ext cx="5575800" cy="11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500"/>
              <a:t>Tableau is a leading data visualization tool used for data analysis and business intelligence.</a:t>
            </a:r>
            <a:endParaRPr sz="1500"/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256500" y="1905700"/>
            <a:ext cx="1332100" cy="133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RESULT</a:t>
            </a:r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en-GB" sz="1900" dirty="0"/>
              <a:t>            Input			Output						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900" dirty="0"/>
          </a:p>
        </p:txBody>
      </p:sp>
      <p:pic>
        <p:nvPicPr>
          <p:cNvPr id="173" name="Google Shape;173;p1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45738" y="2098100"/>
            <a:ext cx="4226261" cy="237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706850" y="2098100"/>
            <a:ext cx="4311350" cy="242512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407050" y="4647650"/>
            <a:ext cx="274485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                     Raw data of Netflix</a:t>
            </a:r>
            <a:endParaRPr dirty="0">
              <a:solidFill>
                <a:schemeClr val="lt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" name="Google Shape;175;p19">
            <a:extLst>
              <a:ext uri="{FF2B5EF4-FFF2-40B4-BE49-F238E27FC236}">
                <a16:creationId xmlns:a16="http://schemas.microsoft.com/office/drawing/2014/main" id="{0E7117B8-8D5B-5AD3-8993-5BEA333B99B0}"/>
              </a:ext>
            </a:extLst>
          </p:cNvPr>
          <p:cNvSpPr txBox="1"/>
          <p:nvPr/>
        </p:nvSpPr>
        <p:spPr>
          <a:xfrm>
            <a:off x="5076031" y="4647650"/>
            <a:ext cx="274485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         Dashboard using Tableau</a:t>
            </a:r>
            <a:endParaRPr dirty="0">
              <a:solidFill>
                <a:schemeClr val="lt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</a:p>
        </p:txBody>
      </p:sp>
      <p:sp>
        <p:nvSpPr>
          <p:cNvPr id="181" name="Google Shape;181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Tableau is a very effective tool for graphical representation, and it has more than 24 different graphical views to display data.</a:t>
            </a:r>
            <a:endParaRPr sz="1500"/>
          </a:p>
          <a:p>
            <a:pPr marL="457200" lvl="0" indent="-323850" algn="l" rtl="0"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lang="en-GB" sz="1500"/>
              <a:t>Though the dataset is complex or the dataset is very big, in tableau, we can create dashboards very easily and within less time.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278</Words>
  <Application>Microsoft Office PowerPoint</Application>
  <PresentationFormat>On-screen Show (16:9)</PresentationFormat>
  <Paragraphs>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Lato</vt:lpstr>
      <vt:lpstr>Arial</vt:lpstr>
      <vt:lpstr>Montserrat</vt:lpstr>
      <vt:lpstr>Focus</vt:lpstr>
      <vt:lpstr>EDA USING TABLEAU</vt:lpstr>
      <vt:lpstr>AGENDA</vt:lpstr>
      <vt:lpstr>ABSTRACT</vt:lpstr>
      <vt:lpstr>INTRODUCTION</vt:lpstr>
      <vt:lpstr>Literature Survey</vt:lpstr>
      <vt:lpstr>Technology</vt:lpstr>
      <vt:lpstr>RESULT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USING TABLEAU</dc:title>
  <dc:creator/>
  <cp:lastModifiedBy>uttej reddy</cp:lastModifiedBy>
  <cp:revision>2</cp:revision>
  <dcterms:created xsi:type="dcterms:W3CDTF">2025-12-13T12:40:01Z</dcterms:created>
  <dcterms:modified xsi:type="dcterms:W3CDTF">2025-12-16T08:11:02Z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8EC6CC3F4745409EA95B2A028EB21C4E_12</vt:lpwstr>
  </property>
  <property fmtid="{D5CDD505-2E9C-101B-9397-08002B2CF9AE}" pid="3" name="KSOProductBuildVer">
    <vt:lpwstr>1033-12.2.0.23155</vt:lpwstr>
  </property>
</Properties>
</file>