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
      <p:font typeface="Maven Pro"/>
      <p:regular r:id="rId16"/>
      <p:bold r:id="rId17"/>
    </p:embeddedFont>
    <p:embeddedFont>
      <p:font typeface="Oswald"/>
      <p:regular r:id="rId18"/>
      <p:bold r:id="rId19"/>
    </p:embeddedFont>
    <p:embeddedFont>
      <p:font typeface="Comfortaa"/>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jNlrPKVNiMU88ruy3UfLjqqcY0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omfortaa-regular.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Comfortaa-bold.fntdata"/><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7" Type="http://schemas.openxmlformats.org/officeDocument/2006/relationships/font" Target="fonts/MavenPro-bold.fntdata"/><Relationship Id="rId16" Type="http://schemas.openxmlformats.org/officeDocument/2006/relationships/font" Target="fonts/MavenPro-regular.fntdata"/><Relationship Id="rId5" Type="http://schemas.openxmlformats.org/officeDocument/2006/relationships/notesMaster" Target="notesMasters/notesMaster1.xml"/><Relationship Id="rId19" Type="http://schemas.openxmlformats.org/officeDocument/2006/relationships/font" Target="fonts/Oswald-bold.fntdata"/><Relationship Id="rId6" Type="http://schemas.openxmlformats.org/officeDocument/2006/relationships/slide" Target="slides/slide1.xml"/><Relationship Id="rId18"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218000"/>
              </a:lnSpc>
              <a:spcBef>
                <a:spcPts val="1400"/>
              </a:spcBef>
              <a:spcAft>
                <a:spcPts val="0"/>
              </a:spcAft>
              <a:buClr>
                <a:schemeClr val="dk1"/>
              </a:buClr>
              <a:buSzPts val="1100"/>
              <a:buFont typeface="Arial"/>
              <a:buNone/>
            </a:pPr>
            <a:r>
              <a:t/>
            </a:r>
            <a:endParaRPr sz="1650">
              <a:solidFill>
                <a:srgbClr val="292929"/>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8"/>
          <p:cNvGrpSpPr/>
          <p:nvPr/>
        </p:nvGrpSpPr>
        <p:grpSpPr>
          <a:xfrm>
            <a:off x="7343003" y="3409675"/>
            <a:ext cx="1691422" cy="1732548"/>
            <a:chOff x="7343003" y="3409675"/>
            <a:chExt cx="1691422" cy="1732548"/>
          </a:xfrm>
        </p:grpSpPr>
        <p:grpSp>
          <p:nvGrpSpPr>
            <p:cNvPr id="11" name="Google Shape;11;p8"/>
            <p:cNvGrpSpPr/>
            <p:nvPr/>
          </p:nvGrpSpPr>
          <p:grpSpPr>
            <a:xfrm>
              <a:off x="7343003" y="4453711"/>
              <a:ext cx="316800" cy="688512"/>
              <a:chOff x="7343003" y="4453711"/>
              <a:chExt cx="316800" cy="688512"/>
            </a:xfrm>
          </p:grpSpPr>
          <p:sp>
            <p:nvSpPr>
              <p:cNvPr id="12" name="Google Shape;12;p8"/>
              <p:cNvSpPr/>
              <p:nvPr/>
            </p:nvSpPr>
            <p:spPr>
              <a:xfrm>
                <a:off x="7343003"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8"/>
              <p:cNvSpPr/>
              <p:nvPr/>
            </p:nvSpPr>
            <p:spPr>
              <a:xfrm>
                <a:off x="7343003"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 name="Google Shape;14;p8"/>
            <p:cNvGrpSpPr/>
            <p:nvPr/>
          </p:nvGrpSpPr>
          <p:grpSpPr>
            <a:xfrm>
              <a:off x="7801210" y="4105700"/>
              <a:ext cx="316800" cy="1036523"/>
              <a:chOff x="7801210" y="4105700"/>
              <a:chExt cx="316800" cy="1036523"/>
            </a:xfrm>
          </p:grpSpPr>
          <p:sp>
            <p:nvSpPr>
              <p:cNvPr id="15" name="Google Shape;15;p8"/>
              <p:cNvSpPr/>
              <p:nvPr/>
            </p:nvSpPr>
            <p:spPr>
              <a:xfrm>
                <a:off x="7801210"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8"/>
              <p:cNvSpPr/>
              <p:nvPr/>
            </p:nvSpPr>
            <p:spPr>
              <a:xfrm>
                <a:off x="7801210"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8"/>
              <p:cNvSpPr/>
              <p:nvPr/>
            </p:nvSpPr>
            <p:spPr>
              <a:xfrm>
                <a:off x="7801210"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8"/>
            <p:cNvGrpSpPr/>
            <p:nvPr/>
          </p:nvGrpSpPr>
          <p:grpSpPr>
            <a:xfrm>
              <a:off x="8259418" y="3757688"/>
              <a:ext cx="316800" cy="1384535"/>
              <a:chOff x="8259418" y="3757688"/>
              <a:chExt cx="316800" cy="1384535"/>
            </a:xfrm>
          </p:grpSpPr>
          <p:sp>
            <p:nvSpPr>
              <p:cNvPr id="19" name="Google Shape;19;p8"/>
              <p:cNvSpPr/>
              <p:nvPr/>
            </p:nvSpPr>
            <p:spPr>
              <a:xfrm>
                <a:off x="8259418"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8"/>
              <p:cNvSpPr/>
              <p:nvPr/>
            </p:nvSpPr>
            <p:spPr>
              <a:xfrm>
                <a:off x="8259418" y="3757688"/>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8"/>
              <p:cNvSpPr/>
              <p:nvPr/>
            </p:nvSpPr>
            <p:spPr>
              <a:xfrm>
                <a:off x="8259418"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8"/>
              <p:cNvSpPr/>
              <p:nvPr/>
            </p:nvSpPr>
            <p:spPr>
              <a:xfrm>
                <a:off x="8259418"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 name="Google Shape;23;p8"/>
            <p:cNvGrpSpPr/>
            <p:nvPr/>
          </p:nvGrpSpPr>
          <p:grpSpPr>
            <a:xfrm>
              <a:off x="8717625" y="3409675"/>
              <a:ext cx="316800" cy="1732548"/>
              <a:chOff x="8717625" y="3409675"/>
              <a:chExt cx="316800" cy="1732548"/>
            </a:xfrm>
          </p:grpSpPr>
          <p:sp>
            <p:nvSpPr>
              <p:cNvPr id="24" name="Google Shape;24;p8"/>
              <p:cNvSpPr/>
              <p:nvPr/>
            </p:nvSpPr>
            <p:spPr>
              <a:xfrm>
                <a:off x="8717625" y="4453711"/>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8"/>
              <p:cNvSpPr/>
              <p:nvPr/>
            </p:nvSpPr>
            <p:spPr>
              <a:xfrm>
                <a:off x="8717625" y="3757688"/>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8"/>
              <p:cNvSpPr/>
              <p:nvPr/>
            </p:nvSpPr>
            <p:spPr>
              <a:xfrm>
                <a:off x="8717625" y="410570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8"/>
              <p:cNvSpPr/>
              <p:nvPr/>
            </p:nvSpPr>
            <p:spPr>
              <a:xfrm>
                <a:off x="8717625" y="3409675"/>
                <a:ext cx="316800" cy="1732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8"/>
              <p:cNvSpPr/>
              <p:nvPr/>
            </p:nvSpPr>
            <p:spPr>
              <a:xfrm>
                <a:off x="8717625" y="4801723"/>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9" name="Google Shape;29;p8"/>
          <p:cNvGrpSpPr/>
          <p:nvPr/>
        </p:nvGrpSpPr>
        <p:grpSpPr>
          <a:xfrm>
            <a:off x="5043503" y="0"/>
            <a:ext cx="3814072" cy="3839102"/>
            <a:chOff x="5043503" y="0"/>
            <a:chExt cx="3814072" cy="3839102"/>
          </a:xfrm>
        </p:grpSpPr>
        <p:sp>
          <p:nvSpPr>
            <p:cNvPr id="30" name="Google Shape;30;p8"/>
            <p:cNvSpPr/>
            <p:nvPr/>
          </p:nvSpPr>
          <p:spPr>
            <a:xfrm>
              <a:off x="8460975" y="1817775"/>
              <a:ext cx="396600" cy="3966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8"/>
            <p:cNvSpPr/>
            <p:nvPr/>
          </p:nvSpPr>
          <p:spPr>
            <a:xfrm rot="-9830444">
              <a:off x="6469759" y="3480728"/>
              <a:ext cx="320148" cy="320148"/>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 name="Google Shape;32;p8"/>
            <p:cNvGrpSpPr/>
            <p:nvPr/>
          </p:nvGrpSpPr>
          <p:grpSpPr>
            <a:xfrm>
              <a:off x="7647812" y="2704283"/>
              <a:ext cx="635219" cy="635219"/>
              <a:chOff x="6725724" y="2701260"/>
              <a:chExt cx="1208101" cy="1208100"/>
            </a:xfrm>
          </p:grpSpPr>
          <p:sp>
            <p:nvSpPr>
              <p:cNvPr id="33" name="Google Shape;33;p8"/>
              <p:cNvSpPr/>
              <p:nvPr/>
            </p:nvSpPr>
            <p:spPr>
              <a:xfrm rot="5400000">
                <a:off x="6725725" y="2701260"/>
                <a:ext cx="1208100" cy="12081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8"/>
              <p:cNvSpPr/>
              <p:nvPr/>
            </p:nvSpPr>
            <p:spPr>
              <a:xfrm rot="5400000">
                <a:off x="6725724" y="2701260"/>
                <a:ext cx="1208100" cy="1208100"/>
              </a:xfrm>
              <a:prstGeom prst="pie">
                <a:avLst>
                  <a:gd fmla="val 8244818" name="adj1"/>
                  <a:gd fmla="val 16246175"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8"/>
              <p:cNvSpPr/>
              <p:nvPr/>
            </p:nvSpPr>
            <p:spPr>
              <a:xfrm rot="5400000">
                <a:off x="6954988" y="2930398"/>
                <a:ext cx="749700" cy="7497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8"/>
            <p:cNvSpPr/>
            <p:nvPr/>
          </p:nvSpPr>
          <p:spPr>
            <a:xfrm>
              <a:off x="8460975" y="1817775"/>
              <a:ext cx="396600" cy="396600"/>
            </a:xfrm>
            <a:prstGeom prst="pie">
              <a:avLst>
                <a:gd fmla="val 1937684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8"/>
            <p:cNvGrpSpPr/>
            <p:nvPr/>
          </p:nvGrpSpPr>
          <p:grpSpPr>
            <a:xfrm>
              <a:off x="7952720" y="179238"/>
              <a:ext cx="873165" cy="873003"/>
              <a:chOff x="7754428" y="208725"/>
              <a:chExt cx="541800" cy="541800"/>
            </a:xfrm>
          </p:grpSpPr>
          <p:sp>
            <p:nvSpPr>
              <p:cNvPr id="38" name="Google Shape;38;p8"/>
              <p:cNvSpPr/>
              <p:nvPr/>
            </p:nvSpPr>
            <p:spPr>
              <a:xfrm rot="-8647347">
                <a:off x="7831319" y="285616"/>
                <a:ext cx="388018" cy="388018"/>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8"/>
              <p:cNvSpPr/>
              <p:nvPr/>
            </p:nvSpPr>
            <p:spPr>
              <a:xfrm rot="-8647347">
                <a:off x="7831319" y="285616"/>
                <a:ext cx="388018" cy="388018"/>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 name="Google Shape;40;p8"/>
            <p:cNvSpPr/>
            <p:nvPr/>
          </p:nvSpPr>
          <p:spPr>
            <a:xfrm>
              <a:off x="5399840" y="356365"/>
              <a:ext cx="2577000" cy="257700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8"/>
            <p:cNvSpPr/>
            <p:nvPr/>
          </p:nvSpPr>
          <p:spPr>
            <a:xfrm rot="2043858">
              <a:off x="5503813" y="460310"/>
              <a:ext cx="2369480" cy="2369480"/>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8"/>
            <p:cNvSpPr/>
            <p:nvPr/>
          </p:nvSpPr>
          <p:spPr>
            <a:xfrm>
              <a:off x="5399795" y="360281"/>
              <a:ext cx="2577000" cy="2577000"/>
            </a:xfrm>
            <a:prstGeom prst="pie">
              <a:avLst>
                <a:gd fmla="val 8801158"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8"/>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8"/>
            <p:cNvSpPr/>
            <p:nvPr/>
          </p:nvSpPr>
          <p:spPr>
            <a:xfrm>
              <a:off x="5399795" y="356358"/>
              <a:ext cx="2577000" cy="2577000"/>
            </a:xfrm>
            <a:prstGeom prst="pie">
              <a:avLst>
                <a:gd fmla="val 1255410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8"/>
            <p:cNvSpPr/>
            <p:nvPr/>
          </p:nvSpPr>
          <p:spPr>
            <a:xfrm rot="-9830444">
              <a:off x="6469759" y="3480727"/>
              <a:ext cx="320148" cy="320148"/>
            </a:xfrm>
            <a:prstGeom prst="pie">
              <a:avLst>
                <a:gd fmla="val 19376841" name="adj1"/>
                <a:gd fmla="val 1620000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8"/>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47" name="Google Shape;47;p8"/>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grpSp>
        <p:nvGrpSpPr>
          <p:cNvPr id="50" name="Google Shape;50;p9"/>
          <p:cNvGrpSpPr/>
          <p:nvPr/>
        </p:nvGrpSpPr>
        <p:grpSpPr>
          <a:xfrm>
            <a:off x="625966" y="299376"/>
            <a:ext cx="999312" cy="999312"/>
            <a:chOff x="348199" y="179450"/>
            <a:chExt cx="1116300" cy="1116300"/>
          </a:xfrm>
        </p:grpSpPr>
        <p:sp>
          <p:nvSpPr>
            <p:cNvPr id="51" name="Google Shape;51;p9"/>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9"/>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9"/>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4" name="Google Shape;54;p9"/>
          <p:cNvSpPr txBox="1"/>
          <p:nvPr>
            <p:ph idx="1" type="body"/>
          </p:nvPr>
        </p:nvSpPr>
        <p:spPr>
          <a:xfrm>
            <a:off x="1303800" y="1990050"/>
            <a:ext cx="70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5" name="Google Shape;55;p9"/>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0"/>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8" name="Shape 58"/>
        <p:cNvGrpSpPr/>
        <p:nvPr/>
      </p:nvGrpSpPr>
      <p:grpSpPr>
        <a:xfrm>
          <a:off x="0" y="0"/>
          <a:ext cx="0" cy="0"/>
          <a:chOff x="0" y="0"/>
          <a:chExt cx="0" cy="0"/>
        </a:xfrm>
      </p:grpSpPr>
      <p:grpSp>
        <p:nvGrpSpPr>
          <p:cNvPr id="59" name="Google Shape;59;p11"/>
          <p:cNvGrpSpPr/>
          <p:nvPr/>
        </p:nvGrpSpPr>
        <p:grpSpPr>
          <a:xfrm>
            <a:off x="146769" y="3406"/>
            <a:ext cx="1233214" cy="1384535"/>
            <a:chOff x="146769" y="3406"/>
            <a:chExt cx="1233214" cy="1384535"/>
          </a:xfrm>
        </p:grpSpPr>
        <p:grpSp>
          <p:nvGrpSpPr>
            <p:cNvPr id="60" name="Google Shape;60;p11"/>
            <p:cNvGrpSpPr/>
            <p:nvPr/>
          </p:nvGrpSpPr>
          <p:grpSpPr>
            <a:xfrm>
              <a:off x="1063183" y="3406"/>
              <a:ext cx="316800" cy="688513"/>
              <a:chOff x="1063183" y="3406"/>
              <a:chExt cx="316800" cy="688513"/>
            </a:xfrm>
          </p:grpSpPr>
          <p:sp>
            <p:nvSpPr>
              <p:cNvPr id="61" name="Google Shape;61;p11"/>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1"/>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 name="Google Shape;63;p11"/>
            <p:cNvGrpSpPr/>
            <p:nvPr/>
          </p:nvGrpSpPr>
          <p:grpSpPr>
            <a:xfrm>
              <a:off x="604976" y="3406"/>
              <a:ext cx="316800" cy="1036524"/>
              <a:chOff x="604976" y="3406"/>
              <a:chExt cx="316800" cy="1036524"/>
            </a:xfrm>
          </p:grpSpPr>
          <p:sp>
            <p:nvSpPr>
              <p:cNvPr id="64" name="Google Shape;64;p11"/>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1"/>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1"/>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11"/>
            <p:cNvGrpSpPr/>
            <p:nvPr/>
          </p:nvGrpSpPr>
          <p:grpSpPr>
            <a:xfrm>
              <a:off x="146769" y="3406"/>
              <a:ext cx="316800" cy="1384535"/>
              <a:chOff x="146769" y="3406"/>
              <a:chExt cx="316800" cy="1384535"/>
            </a:xfrm>
          </p:grpSpPr>
          <p:sp>
            <p:nvSpPr>
              <p:cNvPr id="68" name="Google Shape;68;p11"/>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1"/>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1"/>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1"/>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2" name="Google Shape;72;p11"/>
          <p:cNvGrpSpPr/>
          <p:nvPr/>
        </p:nvGrpSpPr>
        <p:grpSpPr>
          <a:xfrm>
            <a:off x="6775084" y="2904008"/>
            <a:ext cx="2186147" cy="2239500"/>
            <a:chOff x="6775084" y="2904008"/>
            <a:chExt cx="2186147" cy="2239500"/>
          </a:xfrm>
        </p:grpSpPr>
        <p:grpSp>
          <p:nvGrpSpPr>
            <p:cNvPr id="73" name="Google Shape;73;p11"/>
            <p:cNvGrpSpPr/>
            <p:nvPr/>
          </p:nvGrpSpPr>
          <p:grpSpPr>
            <a:xfrm>
              <a:off x="6775084" y="4253708"/>
              <a:ext cx="409500" cy="889800"/>
              <a:chOff x="6775084" y="4253708"/>
              <a:chExt cx="409500" cy="889800"/>
            </a:xfrm>
          </p:grpSpPr>
          <p:sp>
            <p:nvSpPr>
              <p:cNvPr id="74" name="Google Shape;74;p11"/>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1"/>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 name="Google Shape;76;p11"/>
            <p:cNvGrpSpPr/>
            <p:nvPr/>
          </p:nvGrpSpPr>
          <p:grpSpPr>
            <a:xfrm>
              <a:off x="7367299" y="3804008"/>
              <a:ext cx="409500" cy="1339500"/>
              <a:chOff x="7367299" y="3804008"/>
              <a:chExt cx="409500" cy="1339500"/>
            </a:xfrm>
          </p:grpSpPr>
          <p:sp>
            <p:nvSpPr>
              <p:cNvPr id="77" name="Google Shape;77;p11"/>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1"/>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1"/>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11"/>
            <p:cNvGrpSpPr/>
            <p:nvPr/>
          </p:nvGrpSpPr>
          <p:grpSpPr>
            <a:xfrm>
              <a:off x="7959516" y="3354008"/>
              <a:ext cx="409500" cy="1789500"/>
              <a:chOff x="7959516" y="3354008"/>
              <a:chExt cx="409500" cy="1789500"/>
            </a:xfrm>
          </p:grpSpPr>
          <p:sp>
            <p:nvSpPr>
              <p:cNvPr id="81" name="Google Shape;81;p11"/>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1"/>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1"/>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1"/>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11"/>
            <p:cNvGrpSpPr/>
            <p:nvPr/>
          </p:nvGrpSpPr>
          <p:grpSpPr>
            <a:xfrm>
              <a:off x="8551731" y="2904008"/>
              <a:ext cx="409500" cy="2239500"/>
              <a:chOff x="8551731" y="2904008"/>
              <a:chExt cx="409500" cy="2239500"/>
            </a:xfrm>
          </p:grpSpPr>
          <p:sp>
            <p:nvSpPr>
              <p:cNvPr id="86" name="Google Shape;86;p11"/>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1"/>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1"/>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1"/>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1" name="Google Shape;91;p11"/>
          <p:cNvSpPr txBox="1"/>
          <p:nvPr>
            <p:ph type="title"/>
          </p:nvPr>
        </p:nvSpPr>
        <p:spPr>
          <a:xfrm>
            <a:off x="824000" y="1613825"/>
            <a:ext cx="5857800" cy="187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2" name="Google Shape;92;p1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2"/>
          <p:cNvGrpSpPr/>
          <p:nvPr/>
        </p:nvGrpSpPr>
        <p:grpSpPr>
          <a:xfrm>
            <a:off x="625966" y="299376"/>
            <a:ext cx="999312" cy="999312"/>
            <a:chOff x="348199" y="179450"/>
            <a:chExt cx="1116300" cy="1116300"/>
          </a:xfrm>
        </p:grpSpPr>
        <p:sp>
          <p:nvSpPr>
            <p:cNvPr id="95" name="Google Shape;95;p12"/>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2"/>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1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12"/>
          <p:cNvSpPr txBox="1"/>
          <p:nvPr>
            <p:ph idx="1" type="body"/>
          </p:nvPr>
        </p:nvSpPr>
        <p:spPr>
          <a:xfrm>
            <a:off x="130380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9" name="Google Shape;99;p12"/>
          <p:cNvSpPr txBox="1"/>
          <p:nvPr>
            <p:ph idx="2" type="body"/>
          </p:nvPr>
        </p:nvSpPr>
        <p:spPr>
          <a:xfrm>
            <a:off x="4903650" y="1990050"/>
            <a:ext cx="3430500" cy="2541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0" name="Google Shape;100;p12"/>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3"/>
          <p:cNvGrpSpPr/>
          <p:nvPr/>
        </p:nvGrpSpPr>
        <p:grpSpPr>
          <a:xfrm>
            <a:off x="625966" y="299376"/>
            <a:ext cx="999312" cy="999312"/>
            <a:chOff x="348199" y="179450"/>
            <a:chExt cx="1116300" cy="1116300"/>
          </a:xfrm>
        </p:grpSpPr>
        <p:sp>
          <p:nvSpPr>
            <p:cNvPr id="103" name="Google Shape;103;p13"/>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3"/>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 name="Google Shape;105;p1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13"/>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4"/>
          <p:cNvGrpSpPr/>
          <p:nvPr/>
        </p:nvGrpSpPr>
        <p:grpSpPr>
          <a:xfrm>
            <a:off x="625966" y="299376"/>
            <a:ext cx="999312" cy="999312"/>
            <a:chOff x="348199" y="179450"/>
            <a:chExt cx="1116300" cy="1116300"/>
          </a:xfrm>
        </p:grpSpPr>
        <p:sp>
          <p:nvSpPr>
            <p:cNvPr id="109" name="Google Shape;109;p14"/>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14"/>
          <p:cNvSpPr txBox="1"/>
          <p:nvPr>
            <p:ph type="title"/>
          </p:nvPr>
        </p:nvSpPr>
        <p:spPr>
          <a:xfrm>
            <a:off x="1303800" y="598575"/>
            <a:ext cx="3312000" cy="159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14"/>
          <p:cNvSpPr txBox="1"/>
          <p:nvPr>
            <p:ph idx="1" type="body"/>
          </p:nvPr>
        </p:nvSpPr>
        <p:spPr>
          <a:xfrm>
            <a:off x="1303800" y="2309675"/>
            <a:ext cx="3312000" cy="2221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3" name="Google Shape;113;p14"/>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4" name="Shape 114"/>
        <p:cNvGrpSpPr/>
        <p:nvPr/>
      </p:nvGrpSpPr>
      <p:grpSpPr>
        <a:xfrm>
          <a:off x="0" y="0"/>
          <a:ext cx="0" cy="0"/>
          <a:chOff x="0" y="0"/>
          <a:chExt cx="0" cy="0"/>
        </a:xfrm>
      </p:grpSpPr>
      <p:grpSp>
        <p:nvGrpSpPr>
          <p:cNvPr id="115" name="Google Shape;115;p15"/>
          <p:cNvGrpSpPr/>
          <p:nvPr/>
        </p:nvGrpSpPr>
        <p:grpSpPr>
          <a:xfrm>
            <a:off x="6866714" y="1255"/>
            <a:ext cx="2267380" cy="2601741"/>
            <a:chOff x="6790514" y="1255"/>
            <a:chExt cx="2267380" cy="2601741"/>
          </a:xfrm>
        </p:grpSpPr>
        <p:grpSp>
          <p:nvGrpSpPr>
            <p:cNvPr id="116" name="Google Shape;116;p15"/>
            <p:cNvGrpSpPr/>
            <p:nvPr/>
          </p:nvGrpSpPr>
          <p:grpSpPr>
            <a:xfrm>
              <a:off x="7067536" y="1255"/>
              <a:ext cx="1990358" cy="1990303"/>
              <a:chOff x="7067536" y="1255"/>
              <a:chExt cx="1990358" cy="1990303"/>
            </a:xfrm>
          </p:grpSpPr>
          <p:sp>
            <p:nvSpPr>
              <p:cNvPr id="117" name="Google Shape;117;p15"/>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5"/>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5"/>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0" name="Google Shape;120;p15"/>
            <p:cNvGrpSpPr/>
            <p:nvPr/>
          </p:nvGrpSpPr>
          <p:grpSpPr>
            <a:xfrm>
              <a:off x="8207126" y="1807997"/>
              <a:ext cx="795000" cy="795000"/>
              <a:chOff x="8207126" y="1807997"/>
              <a:chExt cx="795000" cy="795000"/>
            </a:xfrm>
          </p:grpSpPr>
          <p:sp>
            <p:nvSpPr>
              <p:cNvPr id="121" name="Google Shape;121;p15"/>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5"/>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5"/>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 name="Google Shape;124;p15"/>
            <p:cNvGrpSpPr/>
            <p:nvPr/>
          </p:nvGrpSpPr>
          <p:grpSpPr>
            <a:xfrm>
              <a:off x="6790514" y="118857"/>
              <a:ext cx="548700" cy="548700"/>
              <a:chOff x="6790514" y="118857"/>
              <a:chExt cx="548700" cy="548700"/>
            </a:xfrm>
          </p:grpSpPr>
          <p:sp>
            <p:nvSpPr>
              <p:cNvPr id="125" name="Google Shape;125;p15"/>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5"/>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7" name="Google Shape;127;p15"/>
          <p:cNvSpPr txBox="1"/>
          <p:nvPr>
            <p:ph type="title"/>
          </p:nvPr>
        </p:nvSpPr>
        <p:spPr>
          <a:xfrm>
            <a:off x="824000" y="763600"/>
            <a:ext cx="5857800" cy="3573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128" name="Google Shape;128;p15"/>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grpSp>
        <p:nvGrpSpPr>
          <p:cNvPr id="130" name="Google Shape;130;p16"/>
          <p:cNvGrpSpPr/>
          <p:nvPr/>
        </p:nvGrpSpPr>
        <p:grpSpPr>
          <a:xfrm>
            <a:off x="625966" y="299376"/>
            <a:ext cx="999312" cy="999312"/>
            <a:chOff x="348199" y="179450"/>
            <a:chExt cx="1116300" cy="1116300"/>
          </a:xfrm>
        </p:grpSpPr>
        <p:sp>
          <p:nvSpPr>
            <p:cNvPr id="131" name="Google Shape;131;p16"/>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6"/>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 name="Google Shape;133;p16"/>
          <p:cNvSpPr txBox="1"/>
          <p:nvPr>
            <p:ph type="title"/>
          </p:nvPr>
        </p:nvSpPr>
        <p:spPr>
          <a:xfrm>
            <a:off x="1303800" y="598575"/>
            <a:ext cx="3430500" cy="1990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4" name="Google Shape;134;p16"/>
          <p:cNvSpPr txBox="1"/>
          <p:nvPr>
            <p:ph idx="1" type="subTitle"/>
          </p:nvPr>
        </p:nvSpPr>
        <p:spPr>
          <a:xfrm>
            <a:off x="1303800" y="2743203"/>
            <a:ext cx="3430500" cy="726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35" name="Google Shape;135;p16"/>
          <p:cNvSpPr txBox="1"/>
          <p:nvPr>
            <p:ph idx="2" type="body"/>
          </p:nvPr>
        </p:nvSpPr>
        <p:spPr>
          <a:xfrm>
            <a:off x="4903700" y="661000"/>
            <a:ext cx="3430500" cy="3870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6" name="Google Shape;136;p16"/>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grpSp>
        <p:nvGrpSpPr>
          <p:cNvPr id="138" name="Google Shape;138;p17"/>
          <p:cNvGrpSpPr/>
          <p:nvPr/>
        </p:nvGrpSpPr>
        <p:grpSpPr>
          <a:xfrm>
            <a:off x="713373" y="3847119"/>
            <a:ext cx="825392" cy="825392"/>
            <a:chOff x="348199" y="179450"/>
            <a:chExt cx="1116300" cy="1116300"/>
          </a:xfrm>
        </p:grpSpPr>
        <p:sp>
          <p:nvSpPr>
            <p:cNvPr id="139" name="Google Shape;139;p17"/>
            <p:cNvSpPr/>
            <p:nvPr/>
          </p:nvSpPr>
          <p:spPr>
            <a:xfrm rot="-5400000">
              <a:off x="574557" y="405788"/>
              <a:ext cx="663600" cy="6636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7"/>
            <p:cNvSpPr/>
            <p:nvPr/>
          </p:nvSpPr>
          <p:spPr>
            <a:xfrm rot="-5400000">
              <a:off x="348199" y="179450"/>
              <a:ext cx="1116300" cy="1116300"/>
            </a:xfrm>
            <a:prstGeom prst="pie">
              <a:avLst>
                <a:gd fmla="val 10792838" name="adj1"/>
                <a:gd fmla="val 16200000" name="adj2"/>
              </a:avLst>
            </a:prstGeom>
            <a:solidFill>
              <a:schemeClr val="dk2">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17"/>
          <p:cNvSpPr txBox="1"/>
          <p:nvPr>
            <p:ph idx="1" type="body"/>
          </p:nvPr>
        </p:nvSpPr>
        <p:spPr>
          <a:xfrm>
            <a:off x="1303800" y="4138975"/>
            <a:ext cx="5843100" cy="534900"/>
          </a:xfrm>
          <a:prstGeom prst="rect">
            <a:avLst/>
          </a:prstGeom>
          <a:noFill/>
          <a:ln>
            <a:noFill/>
          </a:ln>
        </p:spPr>
        <p:txBody>
          <a:bodyPr anchorCtr="0" anchor="t"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42" name="Google Shape;142;p1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3" name="Shape 143"/>
        <p:cNvGrpSpPr/>
        <p:nvPr/>
      </p:nvGrpSpPr>
      <p:grpSpPr>
        <a:xfrm>
          <a:off x="0" y="0"/>
          <a:ext cx="0" cy="0"/>
          <a:chOff x="0" y="0"/>
          <a:chExt cx="0" cy="0"/>
        </a:xfrm>
      </p:grpSpPr>
      <p:grpSp>
        <p:nvGrpSpPr>
          <p:cNvPr id="144" name="Google Shape;144;p18"/>
          <p:cNvGrpSpPr/>
          <p:nvPr/>
        </p:nvGrpSpPr>
        <p:grpSpPr>
          <a:xfrm>
            <a:off x="52" y="4099200"/>
            <a:ext cx="9144036" cy="1044300"/>
            <a:chOff x="52" y="4099200"/>
            <a:chExt cx="9144036" cy="1044300"/>
          </a:xfrm>
        </p:grpSpPr>
        <p:grpSp>
          <p:nvGrpSpPr>
            <p:cNvPr id="145" name="Google Shape;145;p18"/>
            <p:cNvGrpSpPr/>
            <p:nvPr/>
          </p:nvGrpSpPr>
          <p:grpSpPr>
            <a:xfrm>
              <a:off x="52" y="4309200"/>
              <a:ext cx="231622" cy="834300"/>
              <a:chOff x="2688737" y="4301380"/>
              <a:chExt cx="231900" cy="834300"/>
            </a:xfrm>
          </p:grpSpPr>
          <p:sp>
            <p:nvSpPr>
              <p:cNvPr id="146" name="Google Shape;146;p1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18"/>
            <p:cNvGrpSpPr/>
            <p:nvPr/>
          </p:nvGrpSpPr>
          <p:grpSpPr>
            <a:xfrm>
              <a:off x="371406" y="4099200"/>
              <a:ext cx="231622" cy="1044300"/>
              <a:chOff x="2688737" y="4091380"/>
              <a:chExt cx="231900" cy="1044300"/>
            </a:xfrm>
          </p:grpSpPr>
          <p:sp>
            <p:nvSpPr>
              <p:cNvPr id="151" name="Google Shape;151;p1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 name="Google Shape;156;p18"/>
            <p:cNvGrpSpPr/>
            <p:nvPr/>
          </p:nvGrpSpPr>
          <p:grpSpPr>
            <a:xfrm>
              <a:off x="742761" y="4309200"/>
              <a:ext cx="231622" cy="834300"/>
              <a:chOff x="2688737" y="4301380"/>
              <a:chExt cx="231900" cy="834300"/>
            </a:xfrm>
          </p:grpSpPr>
          <p:sp>
            <p:nvSpPr>
              <p:cNvPr id="157" name="Google Shape;157;p1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8"/>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18"/>
            <p:cNvGrpSpPr/>
            <p:nvPr/>
          </p:nvGrpSpPr>
          <p:grpSpPr>
            <a:xfrm>
              <a:off x="1114115" y="4518900"/>
              <a:ext cx="231622" cy="624600"/>
              <a:chOff x="2688737" y="4511080"/>
              <a:chExt cx="231900" cy="624600"/>
            </a:xfrm>
          </p:grpSpPr>
          <p:sp>
            <p:nvSpPr>
              <p:cNvPr id="162" name="Google Shape;162;p18"/>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8"/>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8"/>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18"/>
            <p:cNvGrpSpPr/>
            <p:nvPr/>
          </p:nvGrpSpPr>
          <p:grpSpPr>
            <a:xfrm>
              <a:off x="1856753" y="4099200"/>
              <a:ext cx="231600" cy="1044300"/>
              <a:chOff x="1856753" y="4099200"/>
              <a:chExt cx="231600" cy="1044300"/>
            </a:xfrm>
          </p:grpSpPr>
          <p:sp>
            <p:nvSpPr>
              <p:cNvPr id="166" name="Google Shape;166;p18"/>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8"/>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8"/>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8"/>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8"/>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18"/>
            <p:cNvGrpSpPr/>
            <p:nvPr/>
          </p:nvGrpSpPr>
          <p:grpSpPr>
            <a:xfrm>
              <a:off x="2228107" y="4309200"/>
              <a:ext cx="231600" cy="834300"/>
              <a:chOff x="2228107" y="4309200"/>
              <a:chExt cx="231600" cy="834300"/>
            </a:xfrm>
          </p:grpSpPr>
          <p:sp>
            <p:nvSpPr>
              <p:cNvPr id="172" name="Google Shape;172;p18"/>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8"/>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8"/>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8"/>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18"/>
            <p:cNvGrpSpPr/>
            <p:nvPr/>
          </p:nvGrpSpPr>
          <p:grpSpPr>
            <a:xfrm>
              <a:off x="2599462" y="4518900"/>
              <a:ext cx="231600" cy="624600"/>
              <a:chOff x="2599462" y="4518900"/>
              <a:chExt cx="231600" cy="624600"/>
            </a:xfrm>
          </p:grpSpPr>
          <p:sp>
            <p:nvSpPr>
              <p:cNvPr id="177" name="Google Shape;177;p18"/>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8"/>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8"/>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18"/>
            <p:cNvGrpSpPr/>
            <p:nvPr/>
          </p:nvGrpSpPr>
          <p:grpSpPr>
            <a:xfrm>
              <a:off x="3342171" y="4099200"/>
              <a:ext cx="231600" cy="1044300"/>
              <a:chOff x="3342171" y="4099200"/>
              <a:chExt cx="231600" cy="1044300"/>
            </a:xfrm>
          </p:grpSpPr>
          <p:sp>
            <p:nvSpPr>
              <p:cNvPr id="181" name="Google Shape;181;p18"/>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8"/>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8"/>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8"/>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8"/>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18"/>
            <p:cNvGrpSpPr/>
            <p:nvPr/>
          </p:nvGrpSpPr>
          <p:grpSpPr>
            <a:xfrm>
              <a:off x="3713525" y="4309200"/>
              <a:ext cx="231600" cy="834300"/>
              <a:chOff x="3713525" y="4309200"/>
              <a:chExt cx="231600" cy="834300"/>
            </a:xfrm>
          </p:grpSpPr>
          <p:sp>
            <p:nvSpPr>
              <p:cNvPr id="187" name="Google Shape;187;p18"/>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8"/>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8"/>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8"/>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18"/>
            <p:cNvGrpSpPr/>
            <p:nvPr/>
          </p:nvGrpSpPr>
          <p:grpSpPr>
            <a:xfrm>
              <a:off x="1485398" y="4309200"/>
              <a:ext cx="231600" cy="834300"/>
              <a:chOff x="1485398" y="4309200"/>
              <a:chExt cx="231600" cy="834300"/>
            </a:xfrm>
          </p:grpSpPr>
          <p:sp>
            <p:nvSpPr>
              <p:cNvPr id="192" name="Google Shape;192;p18"/>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8"/>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8"/>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8"/>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 name="Google Shape;196;p18"/>
            <p:cNvGrpSpPr/>
            <p:nvPr/>
          </p:nvGrpSpPr>
          <p:grpSpPr>
            <a:xfrm>
              <a:off x="4084879" y="4518900"/>
              <a:ext cx="231600" cy="624600"/>
              <a:chOff x="4084879" y="4518900"/>
              <a:chExt cx="231600" cy="624600"/>
            </a:xfrm>
          </p:grpSpPr>
          <p:sp>
            <p:nvSpPr>
              <p:cNvPr id="197" name="Google Shape;197;p18"/>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8"/>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8"/>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18"/>
            <p:cNvGrpSpPr/>
            <p:nvPr/>
          </p:nvGrpSpPr>
          <p:grpSpPr>
            <a:xfrm>
              <a:off x="2970816" y="4309200"/>
              <a:ext cx="231600" cy="834300"/>
              <a:chOff x="2970816" y="4309200"/>
              <a:chExt cx="231600" cy="834300"/>
            </a:xfrm>
          </p:grpSpPr>
          <p:sp>
            <p:nvSpPr>
              <p:cNvPr id="201" name="Google Shape;201;p18"/>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8"/>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8"/>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8"/>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18"/>
            <p:cNvGrpSpPr/>
            <p:nvPr/>
          </p:nvGrpSpPr>
          <p:grpSpPr>
            <a:xfrm>
              <a:off x="4456234" y="4309200"/>
              <a:ext cx="231600" cy="834300"/>
              <a:chOff x="4456234" y="4309200"/>
              <a:chExt cx="231600" cy="834300"/>
            </a:xfrm>
          </p:grpSpPr>
          <p:sp>
            <p:nvSpPr>
              <p:cNvPr id="206" name="Google Shape;206;p18"/>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8"/>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8"/>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18"/>
            <p:cNvGrpSpPr/>
            <p:nvPr/>
          </p:nvGrpSpPr>
          <p:grpSpPr>
            <a:xfrm>
              <a:off x="4827588" y="4099200"/>
              <a:ext cx="231600" cy="1044300"/>
              <a:chOff x="4827588" y="4099200"/>
              <a:chExt cx="231600" cy="1044300"/>
            </a:xfrm>
          </p:grpSpPr>
          <p:sp>
            <p:nvSpPr>
              <p:cNvPr id="211" name="Google Shape;211;p18"/>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8"/>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8"/>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8"/>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8"/>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8"/>
            <p:cNvGrpSpPr/>
            <p:nvPr/>
          </p:nvGrpSpPr>
          <p:grpSpPr>
            <a:xfrm>
              <a:off x="5198943" y="4309200"/>
              <a:ext cx="231600" cy="834300"/>
              <a:chOff x="5198943" y="4309200"/>
              <a:chExt cx="231600" cy="834300"/>
            </a:xfrm>
          </p:grpSpPr>
          <p:sp>
            <p:nvSpPr>
              <p:cNvPr id="217" name="Google Shape;217;p18"/>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8"/>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18"/>
            <p:cNvGrpSpPr/>
            <p:nvPr/>
          </p:nvGrpSpPr>
          <p:grpSpPr>
            <a:xfrm>
              <a:off x="5570297" y="4518900"/>
              <a:ext cx="231600" cy="624600"/>
              <a:chOff x="5570297" y="4518900"/>
              <a:chExt cx="231600" cy="624600"/>
            </a:xfrm>
          </p:grpSpPr>
          <p:sp>
            <p:nvSpPr>
              <p:cNvPr id="222" name="Google Shape;222;p18"/>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8"/>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8"/>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18"/>
            <p:cNvGrpSpPr/>
            <p:nvPr/>
          </p:nvGrpSpPr>
          <p:grpSpPr>
            <a:xfrm>
              <a:off x="5941652" y="4309200"/>
              <a:ext cx="231600" cy="834300"/>
              <a:chOff x="5941652" y="4309200"/>
              <a:chExt cx="231600" cy="834300"/>
            </a:xfrm>
          </p:grpSpPr>
          <p:sp>
            <p:nvSpPr>
              <p:cNvPr id="226" name="Google Shape;226;p18"/>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8"/>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8"/>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8"/>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 name="Google Shape;230;p18"/>
            <p:cNvGrpSpPr/>
            <p:nvPr/>
          </p:nvGrpSpPr>
          <p:grpSpPr>
            <a:xfrm>
              <a:off x="6313006" y="4099200"/>
              <a:ext cx="231600" cy="1044300"/>
              <a:chOff x="6313006" y="4099200"/>
              <a:chExt cx="231600" cy="1044300"/>
            </a:xfrm>
          </p:grpSpPr>
          <p:sp>
            <p:nvSpPr>
              <p:cNvPr id="231" name="Google Shape;231;p18"/>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8"/>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8"/>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8"/>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8"/>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18"/>
            <p:cNvGrpSpPr/>
            <p:nvPr/>
          </p:nvGrpSpPr>
          <p:grpSpPr>
            <a:xfrm>
              <a:off x="6684361" y="4309200"/>
              <a:ext cx="231600" cy="834300"/>
              <a:chOff x="6684361" y="4309200"/>
              <a:chExt cx="231600" cy="834300"/>
            </a:xfrm>
          </p:grpSpPr>
          <p:sp>
            <p:nvSpPr>
              <p:cNvPr id="237" name="Google Shape;237;p18"/>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8"/>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8"/>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8"/>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 name="Google Shape;241;p18"/>
            <p:cNvGrpSpPr/>
            <p:nvPr/>
          </p:nvGrpSpPr>
          <p:grpSpPr>
            <a:xfrm>
              <a:off x="7055715" y="4518900"/>
              <a:ext cx="231600" cy="624600"/>
              <a:chOff x="7055715" y="4518900"/>
              <a:chExt cx="231600" cy="624600"/>
            </a:xfrm>
          </p:grpSpPr>
          <p:sp>
            <p:nvSpPr>
              <p:cNvPr id="242" name="Google Shape;242;p18"/>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8"/>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8"/>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18"/>
            <p:cNvGrpSpPr/>
            <p:nvPr/>
          </p:nvGrpSpPr>
          <p:grpSpPr>
            <a:xfrm>
              <a:off x="7798424" y="4099200"/>
              <a:ext cx="231600" cy="1044300"/>
              <a:chOff x="7798424" y="4099200"/>
              <a:chExt cx="231600" cy="1044300"/>
            </a:xfrm>
          </p:grpSpPr>
          <p:sp>
            <p:nvSpPr>
              <p:cNvPr id="246" name="Google Shape;246;p18"/>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8"/>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8"/>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8"/>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8"/>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 name="Google Shape;251;p18"/>
            <p:cNvGrpSpPr/>
            <p:nvPr/>
          </p:nvGrpSpPr>
          <p:grpSpPr>
            <a:xfrm>
              <a:off x="8169779" y="4309200"/>
              <a:ext cx="231600" cy="834300"/>
              <a:chOff x="8169779" y="4309200"/>
              <a:chExt cx="231600" cy="834300"/>
            </a:xfrm>
          </p:grpSpPr>
          <p:sp>
            <p:nvSpPr>
              <p:cNvPr id="252" name="Google Shape;252;p18"/>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8"/>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8"/>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8"/>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8"/>
            <p:cNvGrpSpPr/>
            <p:nvPr/>
          </p:nvGrpSpPr>
          <p:grpSpPr>
            <a:xfrm>
              <a:off x="7427070" y="4309200"/>
              <a:ext cx="231600" cy="834300"/>
              <a:chOff x="7427070" y="4309200"/>
              <a:chExt cx="231600" cy="834300"/>
            </a:xfrm>
          </p:grpSpPr>
          <p:sp>
            <p:nvSpPr>
              <p:cNvPr id="257" name="Google Shape;257;p18"/>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8"/>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8"/>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8"/>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 name="Google Shape;261;p18"/>
            <p:cNvGrpSpPr/>
            <p:nvPr/>
          </p:nvGrpSpPr>
          <p:grpSpPr>
            <a:xfrm>
              <a:off x="8541133" y="4518900"/>
              <a:ext cx="231600" cy="624600"/>
              <a:chOff x="8541133" y="4518900"/>
              <a:chExt cx="231600" cy="624600"/>
            </a:xfrm>
          </p:grpSpPr>
          <p:sp>
            <p:nvSpPr>
              <p:cNvPr id="262" name="Google Shape;262;p18"/>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8"/>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8"/>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18"/>
            <p:cNvGrpSpPr/>
            <p:nvPr/>
          </p:nvGrpSpPr>
          <p:grpSpPr>
            <a:xfrm>
              <a:off x="8912488" y="4309200"/>
              <a:ext cx="231600" cy="834300"/>
              <a:chOff x="8912488" y="4309200"/>
              <a:chExt cx="231600" cy="834300"/>
            </a:xfrm>
          </p:grpSpPr>
          <p:sp>
            <p:nvSpPr>
              <p:cNvPr id="266" name="Google Shape;266;p18"/>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8"/>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8"/>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8"/>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0" name="Google Shape;270;p18"/>
          <p:cNvSpPr txBox="1"/>
          <p:nvPr>
            <p:ph hasCustomPrompt="1" type="title"/>
          </p:nvPr>
        </p:nvSpPr>
        <p:spPr>
          <a:xfrm>
            <a:off x="1388625" y="772725"/>
            <a:ext cx="6366900" cy="1863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8000"/>
              <a:buNone/>
              <a:defRPr sz="8000">
                <a:solidFill>
                  <a:schemeClr val="lt1"/>
                </a:solidFill>
              </a:defRPr>
            </a:lvl1pPr>
            <a:lvl2pPr lvl="1" algn="ctr">
              <a:lnSpc>
                <a:spcPct val="100000"/>
              </a:lnSpc>
              <a:spcBef>
                <a:spcPts val="0"/>
              </a:spcBef>
              <a:spcAft>
                <a:spcPts val="0"/>
              </a:spcAft>
              <a:buClr>
                <a:schemeClr val="lt1"/>
              </a:buClr>
              <a:buSzPts val="8000"/>
              <a:buNone/>
              <a:defRPr sz="8000">
                <a:solidFill>
                  <a:schemeClr val="lt1"/>
                </a:solidFill>
              </a:defRPr>
            </a:lvl2pPr>
            <a:lvl3pPr lvl="2" algn="ctr">
              <a:lnSpc>
                <a:spcPct val="100000"/>
              </a:lnSpc>
              <a:spcBef>
                <a:spcPts val="0"/>
              </a:spcBef>
              <a:spcAft>
                <a:spcPts val="0"/>
              </a:spcAft>
              <a:buClr>
                <a:schemeClr val="lt1"/>
              </a:buClr>
              <a:buSzPts val="8000"/>
              <a:buNone/>
              <a:defRPr sz="8000">
                <a:solidFill>
                  <a:schemeClr val="lt1"/>
                </a:solidFill>
              </a:defRPr>
            </a:lvl3pPr>
            <a:lvl4pPr lvl="3" algn="ctr">
              <a:lnSpc>
                <a:spcPct val="100000"/>
              </a:lnSpc>
              <a:spcBef>
                <a:spcPts val="0"/>
              </a:spcBef>
              <a:spcAft>
                <a:spcPts val="0"/>
              </a:spcAft>
              <a:buClr>
                <a:schemeClr val="lt1"/>
              </a:buClr>
              <a:buSzPts val="8000"/>
              <a:buNone/>
              <a:defRPr sz="8000">
                <a:solidFill>
                  <a:schemeClr val="lt1"/>
                </a:solidFill>
              </a:defRPr>
            </a:lvl4pPr>
            <a:lvl5pPr lvl="4" algn="ctr">
              <a:lnSpc>
                <a:spcPct val="100000"/>
              </a:lnSpc>
              <a:spcBef>
                <a:spcPts val="0"/>
              </a:spcBef>
              <a:spcAft>
                <a:spcPts val="0"/>
              </a:spcAft>
              <a:buClr>
                <a:schemeClr val="lt1"/>
              </a:buClr>
              <a:buSzPts val="8000"/>
              <a:buNone/>
              <a:defRPr sz="8000">
                <a:solidFill>
                  <a:schemeClr val="lt1"/>
                </a:solidFill>
              </a:defRPr>
            </a:lvl5pPr>
            <a:lvl6pPr lvl="5" algn="ctr">
              <a:lnSpc>
                <a:spcPct val="100000"/>
              </a:lnSpc>
              <a:spcBef>
                <a:spcPts val="0"/>
              </a:spcBef>
              <a:spcAft>
                <a:spcPts val="0"/>
              </a:spcAft>
              <a:buClr>
                <a:schemeClr val="lt1"/>
              </a:buClr>
              <a:buSzPts val="8000"/>
              <a:buNone/>
              <a:defRPr sz="8000">
                <a:solidFill>
                  <a:schemeClr val="lt1"/>
                </a:solidFill>
              </a:defRPr>
            </a:lvl6pPr>
            <a:lvl7pPr lvl="6" algn="ctr">
              <a:lnSpc>
                <a:spcPct val="100000"/>
              </a:lnSpc>
              <a:spcBef>
                <a:spcPts val="0"/>
              </a:spcBef>
              <a:spcAft>
                <a:spcPts val="0"/>
              </a:spcAft>
              <a:buClr>
                <a:schemeClr val="lt1"/>
              </a:buClr>
              <a:buSzPts val="8000"/>
              <a:buNone/>
              <a:defRPr sz="8000">
                <a:solidFill>
                  <a:schemeClr val="lt1"/>
                </a:solidFill>
              </a:defRPr>
            </a:lvl7pPr>
            <a:lvl8pPr lvl="7" algn="ctr">
              <a:lnSpc>
                <a:spcPct val="100000"/>
              </a:lnSpc>
              <a:spcBef>
                <a:spcPts val="0"/>
              </a:spcBef>
              <a:spcAft>
                <a:spcPts val="0"/>
              </a:spcAft>
              <a:buClr>
                <a:schemeClr val="lt1"/>
              </a:buClr>
              <a:buSzPts val="8000"/>
              <a:buNone/>
              <a:defRPr sz="8000">
                <a:solidFill>
                  <a:schemeClr val="lt1"/>
                </a:solidFill>
              </a:defRPr>
            </a:lvl8pPr>
            <a:lvl9pPr lvl="8" algn="ctr">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271" name="Google Shape;271;p18"/>
          <p:cNvSpPr txBox="1"/>
          <p:nvPr>
            <p:ph idx="1" type="body"/>
          </p:nvPr>
        </p:nvSpPr>
        <p:spPr>
          <a:xfrm>
            <a:off x="1388625" y="2712300"/>
            <a:ext cx="6366900" cy="11112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Clr>
                <a:schemeClr val="lt1"/>
              </a:buClr>
              <a:buSzPts val="1300"/>
              <a:buChar char="●"/>
              <a:defRPr>
                <a:solidFill>
                  <a:schemeClr val="lt1"/>
                </a:solidFill>
              </a:defRPr>
            </a:lvl1pPr>
            <a:lvl2pPr indent="-298450" lvl="1" marL="914400" algn="ctr">
              <a:lnSpc>
                <a:spcPct val="115000"/>
              </a:lnSpc>
              <a:spcBef>
                <a:spcPts val="0"/>
              </a:spcBef>
              <a:spcAft>
                <a:spcPts val="0"/>
              </a:spcAft>
              <a:buClr>
                <a:schemeClr val="lt1"/>
              </a:buClr>
              <a:buSzPts val="1100"/>
              <a:buChar char="○"/>
              <a:defRPr>
                <a:solidFill>
                  <a:schemeClr val="lt1"/>
                </a:solidFill>
              </a:defRPr>
            </a:lvl2pPr>
            <a:lvl3pPr indent="-298450" lvl="2" marL="1371600" algn="ctr">
              <a:lnSpc>
                <a:spcPct val="115000"/>
              </a:lnSpc>
              <a:spcBef>
                <a:spcPts val="0"/>
              </a:spcBef>
              <a:spcAft>
                <a:spcPts val="0"/>
              </a:spcAft>
              <a:buClr>
                <a:schemeClr val="lt1"/>
              </a:buClr>
              <a:buSzPts val="1100"/>
              <a:buChar char="■"/>
              <a:defRPr>
                <a:solidFill>
                  <a:schemeClr val="lt1"/>
                </a:solidFill>
              </a:defRPr>
            </a:lvl3pPr>
            <a:lvl4pPr indent="-298450" lvl="3" marL="1828800" algn="ctr">
              <a:lnSpc>
                <a:spcPct val="115000"/>
              </a:lnSpc>
              <a:spcBef>
                <a:spcPts val="0"/>
              </a:spcBef>
              <a:spcAft>
                <a:spcPts val="0"/>
              </a:spcAft>
              <a:buClr>
                <a:schemeClr val="lt1"/>
              </a:buClr>
              <a:buSzPts val="1100"/>
              <a:buChar char="●"/>
              <a:defRPr>
                <a:solidFill>
                  <a:schemeClr val="lt1"/>
                </a:solidFill>
              </a:defRPr>
            </a:lvl4pPr>
            <a:lvl5pPr indent="-298450" lvl="4" marL="2286000" algn="ctr">
              <a:lnSpc>
                <a:spcPct val="115000"/>
              </a:lnSpc>
              <a:spcBef>
                <a:spcPts val="0"/>
              </a:spcBef>
              <a:spcAft>
                <a:spcPts val="0"/>
              </a:spcAft>
              <a:buClr>
                <a:schemeClr val="lt1"/>
              </a:buClr>
              <a:buSzPts val="1100"/>
              <a:buChar char="○"/>
              <a:defRPr>
                <a:solidFill>
                  <a:schemeClr val="lt1"/>
                </a:solidFill>
              </a:defRPr>
            </a:lvl5pPr>
            <a:lvl6pPr indent="-298450" lvl="5" marL="2743200" algn="ctr">
              <a:lnSpc>
                <a:spcPct val="115000"/>
              </a:lnSpc>
              <a:spcBef>
                <a:spcPts val="0"/>
              </a:spcBef>
              <a:spcAft>
                <a:spcPts val="0"/>
              </a:spcAft>
              <a:buClr>
                <a:schemeClr val="lt1"/>
              </a:buClr>
              <a:buSzPts val="1100"/>
              <a:buChar char="■"/>
              <a:defRPr>
                <a:solidFill>
                  <a:schemeClr val="lt1"/>
                </a:solidFill>
              </a:defRPr>
            </a:lvl6pPr>
            <a:lvl7pPr indent="-298450" lvl="6" marL="3200400" algn="ctr">
              <a:lnSpc>
                <a:spcPct val="115000"/>
              </a:lnSpc>
              <a:spcBef>
                <a:spcPts val="0"/>
              </a:spcBef>
              <a:spcAft>
                <a:spcPts val="0"/>
              </a:spcAft>
              <a:buClr>
                <a:schemeClr val="lt1"/>
              </a:buClr>
              <a:buSzPts val="1100"/>
              <a:buChar char="●"/>
              <a:defRPr>
                <a:solidFill>
                  <a:schemeClr val="lt1"/>
                </a:solidFill>
              </a:defRPr>
            </a:lvl7pPr>
            <a:lvl8pPr indent="-298450" lvl="7" marL="3657600" algn="ctr">
              <a:lnSpc>
                <a:spcPct val="115000"/>
              </a:lnSpc>
              <a:spcBef>
                <a:spcPts val="0"/>
              </a:spcBef>
              <a:spcAft>
                <a:spcPts val="0"/>
              </a:spcAft>
              <a:buClr>
                <a:schemeClr val="lt1"/>
              </a:buClr>
              <a:buSzPts val="1100"/>
              <a:buChar char="○"/>
              <a:defRPr>
                <a:solidFill>
                  <a:schemeClr val="lt1"/>
                </a:solidFill>
              </a:defRPr>
            </a:lvl8pPr>
            <a:lvl9pPr indent="-298450" lvl="8" marL="4114800" algn="ctr">
              <a:lnSpc>
                <a:spcPct val="115000"/>
              </a:lnSpc>
              <a:spcBef>
                <a:spcPts val="0"/>
              </a:spcBef>
              <a:spcAft>
                <a:spcPts val="0"/>
              </a:spcAft>
              <a:buClr>
                <a:schemeClr val="lt1"/>
              </a:buClr>
              <a:buSzPts val="1100"/>
              <a:buChar char="■"/>
              <a:defRPr>
                <a:solidFill>
                  <a:schemeClr val="lt1"/>
                </a:solidFill>
              </a:defRPr>
            </a:lvl9pPr>
          </a:lstStyle>
          <a:p/>
        </p:txBody>
      </p:sp>
      <p:sp>
        <p:nvSpPr>
          <p:cNvPr id="272" name="Google Shape;272;p18"/>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2800"/>
              <a:buFont typeface="Maven Pro"/>
              <a:buNone/>
              <a:defRPr b="1" i="0" sz="2800" u="none" cap="none" strike="noStrike">
                <a:solidFill>
                  <a:schemeClr val="dk2"/>
                </a:solidFill>
                <a:latin typeface="Maven Pro"/>
                <a:ea typeface="Maven Pro"/>
                <a:cs typeface="Maven Pro"/>
                <a:sym typeface="Maven Pro"/>
              </a:defRPr>
            </a:lvl9pPr>
          </a:lstStyle>
          <a:p/>
        </p:txBody>
      </p:sp>
      <p:sp>
        <p:nvSpPr>
          <p:cNvPr id="7" name="Google Shape;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1pPr>
            <a:lvl2pPr indent="-298450" lvl="1" marL="914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2pPr>
            <a:lvl3pPr indent="-298450" lvl="2" marL="1371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3pPr>
            <a:lvl4pPr indent="-298450" lvl="3" marL="1828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8450" lvl="4" marL="22860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5pPr>
            <a:lvl6pPr indent="-298450" lvl="5" marL="27432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6pPr>
            <a:lvl7pPr indent="-298450" lvl="6" marL="32004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7pPr>
            <a:lvl8pPr indent="-298450" lvl="7" marL="36576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8pPr>
            <a:lvl9pPr indent="-298450" lvl="8" marL="4114800" marR="0" rtl="0" algn="l">
              <a:lnSpc>
                <a:spcPct val="115000"/>
              </a:lnSpc>
              <a:spcBef>
                <a:spcPts val="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9pPr>
          </a:lstStyle>
          <a:p/>
        </p:txBody>
      </p:sp>
      <p:sp>
        <p:nvSpPr>
          <p:cNvPr id="8" name="Google Shape;8;p7"/>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
          <p:cNvSpPr txBox="1"/>
          <p:nvPr>
            <p:ph type="ctrTitle"/>
          </p:nvPr>
        </p:nvSpPr>
        <p:spPr>
          <a:xfrm>
            <a:off x="824000" y="1613813"/>
            <a:ext cx="4255500" cy="1872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en-GB"/>
              <a:t>FACE MASK DETECTION</a:t>
            </a:r>
            <a:endParaRPr/>
          </a:p>
        </p:txBody>
      </p:sp>
      <p:sp>
        <p:nvSpPr>
          <p:cNvPr id="278" name="Google Shape;278;p1"/>
          <p:cNvSpPr txBox="1"/>
          <p:nvPr>
            <p:ph idx="1" type="subTitle"/>
          </p:nvPr>
        </p:nvSpPr>
        <p:spPr>
          <a:xfrm>
            <a:off x="824000" y="3596300"/>
            <a:ext cx="4255500" cy="6954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50000"/>
              </a:lnSpc>
              <a:spcBef>
                <a:spcPts val="0"/>
              </a:spcBef>
              <a:spcAft>
                <a:spcPts val="0"/>
              </a:spcAft>
              <a:buClr>
                <a:schemeClr val="dk1"/>
              </a:buClr>
              <a:buSzPts val="275"/>
              <a:buFont typeface="Arial"/>
              <a:buNone/>
            </a:pPr>
            <a:r>
              <a:rPr lang="en-GB" sz="6050">
                <a:solidFill>
                  <a:srgbClr val="444444"/>
                </a:solidFill>
                <a:highlight>
                  <a:srgbClr val="FFFFFF"/>
                </a:highlight>
                <a:latin typeface="Georgia"/>
                <a:ea typeface="Georgia"/>
                <a:cs typeface="Georgia"/>
                <a:sym typeface="Georgia"/>
              </a:rPr>
              <a:t>			                                                            With Python,OpenCv,Keras.</a:t>
            </a:r>
            <a:endParaRPr sz="6050">
              <a:solidFill>
                <a:srgbClr val="444444"/>
              </a:solidFill>
              <a:highlight>
                <a:srgbClr val="FFFFFF"/>
              </a:highlight>
              <a:latin typeface="Georgia"/>
              <a:ea typeface="Georgia"/>
              <a:cs typeface="Georgia"/>
              <a:sym typeface="Georgia"/>
            </a:endParaRPr>
          </a:p>
          <a:p>
            <a:pPr indent="0" lvl="0" marL="0" rtl="0" algn="l">
              <a:lnSpc>
                <a:spcPct val="100000"/>
              </a:lnSpc>
              <a:spcBef>
                <a:spcPts val="800"/>
              </a:spcBef>
              <a:spcAft>
                <a:spcPts val="0"/>
              </a:spcAft>
              <a:buSzPct val="105785"/>
              <a:buNone/>
            </a:pPr>
            <a:r>
              <a:t/>
            </a:r>
            <a:endParaRPr sz="6050">
              <a:solidFill>
                <a:srgbClr val="444444"/>
              </a:solidFill>
              <a:highlight>
                <a:srgbClr val="FFFFFF"/>
              </a:highlight>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82" name="Shape 282"/>
        <p:cNvGrpSpPr/>
        <p:nvPr/>
      </p:nvGrpSpPr>
      <p:grpSpPr>
        <a:xfrm>
          <a:off x="0" y="0"/>
          <a:ext cx="0" cy="0"/>
          <a:chOff x="0" y="0"/>
          <a:chExt cx="0" cy="0"/>
        </a:xfrm>
      </p:grpSpPr>
      <p:sp>
        <p:nvSpPr>
          <p:cNvPr id="283" name="Google Shape;283;p2"/>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0" lang="en-GB">
                <a:solidFill>
                  <a:schemeClr val="lt1"/>
                </a:solidFill>
              </a:rPr>
              <a:t>What is Face Mask Detection..?</a:t>
            </a:r>
            <a:endParaRPr b="0">
              <a:solidFill>
                <a:schemeClr val="lt1"/>
              </a:solidFill>
            </a:endParaRPr>
          </a:p>
        </p:txBody>
      </p:sp>
      <p:sp>
        <p:nvSpPr>
          <p:cNvPr id="284" name="Google Shape;284;p2"/>
          <p:cNvSpPr txBox="1"/>
          <p:nvPr>
            <p:ph idx="1" type="body"/>
          </p:nvPr>
        </p:nvSpPr>
        <p:spPr>
          <a:xfrm>
            <a:off x="1303800" y="1517150"/>
            <a:ext cx="7030500" cy="3014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2400"/>
              </a:spcBef>
              <a:spcAft>
                <a:spcPts val="0"/>
              </a:spcAft>
              <a:buSzPts val="1300"/>
              <a:buNone/>
            </a:pPr>
            <a:r>
              <a:rPr lang="en-GB" sz="1900">
                <a:solidFill>
                  <a:schemeClr val="lt1"/>
                </a:solidFill>
                <a:latin typeface="Georgia"/>
                <a:ea typeface="Georgia"/>
                <a:cs typeface="Georgia"/>
                <a:sym typeface="Georgia"/>
              </a:rPr>
              <a:t>Face mask detection using deep learning: An approach to reduce risk of Coronavirus spread.</a:t>
            </a:r>
            <a:endParaRPr sz="2000">
              <a:solidFill>
                <a:schemeClr val="lt1"/>
              </a:solidFill>
              <a:latin typeface="Georgia"/>
              <a:ea typeface="Georgia"/>
              <a:cs typeface="Georgia"/>
              <a:sym typeface="Georgia"/>
            </a:endParaRPr>
          </a:p>
          <a:p>
            <a:pPr indent="0" lvl="0" marL="0" rtl="0" algn="l">
              <a:lnSpc>
                <a:spcPct val="115000"/>
              </a:lnSpc>
              <a:spcBef>
                <a:spcPts val="600"/>
              </a:spcBef>
              <a:spcAft>
                <a:spcPts val="0"/>
              </a:spcAft>
              <a:buSzPts val="1300"/>
              <a:buNone/>
            </a:pPr>
            <a:r>
              <a:rPr lang="en-GB" sz="1900">
                <a:solidFill>
                  <a:schemeClr val="lt1"/>
                </a:solidFill>
                <a:latin typeface="Georgia"/>
                <a:ea typeface="Georgia"/>
                <a:cs typeface="Georgia"/>
                <a:sym typeface="Georgia"/>
              </a:rPr>
              <a:t>Face mask detection refers to detect whether a person is wearing a mask or not.</a:t>
            </a:r>
            <a:endParaRPr sz="1900">
              <a:solidFill>
                <a:schemeClr val="lt1"/>
              </a:solidFill>
              <a:latin typeface="Georgia"/>
              <a:ea typeface="Georgia"/>
              <a:cs typeface="Georgia"/>
              <a:sym typeface="Georgia"/>
            </a:endParaRPr>
          </a:p>
          <a:p>
            <a:pPr indent="0" lvl="0" marL="0" rtl="0" algn="l">
              <a:lnSpc>
                <a:spcPct val="115000"/>
              </a:lnSpc>
              <a:spcBef>
                <a:spcPts val="1200"/>
              </a:spcBef>
              <a:spcAft>
                <a:spcPts val="1200"/>
              </a:spcAft>
              <a:buSzPts val="1300"/>
              <a:buNone/>
            </a:pPr>
            <a:r>
              <a:rPr lang="en-GB" sz="1900">
                <a:solidFill>
                  <a:schemeClr val="lt1"/>
                </a:solidFill>
                <a:latin typeface="Georgia"/>
                <a:ea typeface="Georgia"/>
                <a:cs typeface="Georgia"/>
                <a:sym typeface="Georgia"/>
              </a:rPr>
              <a:t>The task is to a develop technique that can accurately detect mask over the face in public areas (such as airports. railway stations, crowded markets, bus stops, etc.) to curtail the spread of Coronavirus and thereby contributing to public healthcare.</a:t>
            </a:r>
            <a:endParaRPr sz="1900">
              <a:solidFill>
                <a:schemeClr val="lt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88" name="Shape 288"/>
        <p:cNvGrpSpPr/>
        <p:nvPr/>
      </p:nvGrpSpPr>
      <p:grpSpPr>
        <a:xfrm>
          <a:off x="0" y="0"/>
          <a:ext cx="0" cy="0"/>
          <a:chOff x="0" y="0"/>
          <a:chExt cx="0" cy="0"/>
        </a:xfrm>
      </p:grpSpPr>
      <p:sp>
        <p:nvSpPr>
          <p:cNvPr id="289" name="Google Shape;289;p3"/>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0" lang="en-GB">
                <a:solidFill>
                  <a:schemeClr val="lt1"/>
                </a:solidFill>
              </a:rPr>
              <a:t>Why is Face Mask Detection needed..?</a:t>
            </a:r>
            <a:endParaRPr b="0">
              <a:solidFill>
                <a:schemeClr val="lt1"/>
              </a:solidFill>
            </a:endParaRPr>
          </a:p>
        </p:txBody>
      </p:sp>
      <p:sp>
        <p:nvSpPr>
          <p:cNvPr id="290" name="Google Shape;290;p3"/>
          <p:cNvSpPr txBox="1"/>
          <p:nvPr>
            <p:ph idx="1" type="body"/>
          </p:nvPr>
        </p:nvSpPr>
        <p:spPr>
          <a:xfrm>
            <a:off x="1303800" y="1524550"/>
            <a:ext cx="7030500" cy="3007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300"/>
              <a:buNone/>
            </a:pPr>
            <a:r>
              <a:rPr b="1" lang="en-GB" sz="1500">
                <a:solidFill>
                  <a:schemeClr val="lt1"/>
                </a:solidFill>
              </a:rPr>
              <a:t>Public Transport</a:t>
            </a:r>
            <a:r>
              <a:rPr lang="en-GB" sz="1500">
                <a:solidFill>
                  <a:schemeClr val="lt1"/>
                </a:solidFill>
              </a:rPr>
              <a:t> : Wearing face masks in public transport will be mandatory in many parts of the world. Public transport organizations can use the software to automate the checking process with very little resources needed with efficiency.</a:t>
            </a:r>
            <a:endParaRPr sz="1200">
              <a:solidFill>
                <a:srgbClr val="0A1B2B"/>
              </a:solidFill>
              <a:highlight>
                <a:srgbClr val="FFFFFF"/>
              </a:highlight>
              <a:latin typeface="Arial"/>
              <a:ea typeface="Arial"/>
              <a:cs typeface="Arial"/>
              <a:sym typeface="Arial"/>
            </a:endParaRPr>
          </a:p>
          <a:p>
            <a:pPr indent="0" lvl="0" marL="0" rtl="0" algn="l">
              <a:lnSpc>
                <a:spcPct val="115000"/>
              </a:lnSpc>
              <a:spcBef>
                <a:spcPts val="1200"/>
              </a:spcBef>
              <a:spcAft>
                <a:spcPts val="0"/>
              </a:spcAft>
              <a:buSzPts val="1300"/>
              <a:buNone/>
            </a:pPr>
            <a:r>
              <a:rPr b="1" lang="en-GB" sz="1500">
                <a:solidFill>
                  <a:schemeClr val="lt1"/>
                </a:solidFill>
              </a:rPr>
              <a:t>Hospitality</a:t>
            </a:r>
            <a:r>
              <a:rPr lang="en-GB" sz="1500">
                <a:solidFill>
                  <a:schemeClr val="lt1"/>
                </a:solidFill>
              </a:rPr>
              <a:t> : Hotels, restaurants and bars are opening their doors to the public with certain regulations. In many cases, visitors will be required to wear masks when checking in or interacting with the staff. To ensure a smooth and safe visitor experience.</a:t>
            </a:r>
            <a:endParaRPr sz="1500">
              <a:solidFill>
                <a:schemeClr val="lt1"/>
              </a:solidFill>
            </a:endParaRPr>
          </a:p>
          <a:p>
            <a:pPr indent="0" lvl="0" marL="0" rtl="0" algn="l">
              <a:lnSpc>
                <a:spcPct val="115000"/>
              </a:lnSpc>
              <a:spcBef>
                <a:spcPts val="1200"/>
              </a:spcBef>
              <a:spcAft>
                <a:spcPts val="1200"/>
              </a:spcAft>
              <a:buSzPts val="1300"/>
              <a:buNone/>
            </a:pPr>
            <a:r>
              <a:rPr b="1" lang="en-GB" sz="1500">
                <a:solidFill>
                  <a:schemeClr val="lt1"/>
                </a:solidFill>
              </a:rPr>
              <a:t>Airports</a:t>
            </a:r>
            <a:r>
              <a:rPr lang="en-GB" sz="1500">
                <a:solidFill>
                  <a:schemeClr val="lt1"/>
                </a:solidFill>
              </a:rPr>
              <a:t> : Face mask detector can be very effectively used at airports mainly for entrance flow management and monitoring. The software can be added to any access gate or entrance to make sure that all the passengers follow  the safety rules when boarding a plane.</a:t>
            </a:r>
            <a:endParaRPr sz="19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94" name="Shape 294"/>
        <p:cNvGrpSpPr/>
        <p:nvPr/>
      </p:nvGrpSpPr>
      <p:grpSpPr>
        <a:xfrm>
          <a:off x="0" y="0"/>
          <a:ext cx="0" cy="0"/>
          <a:chOff x="0" y="0"/>
          <a:chExt cx="0" cy="0"/>
        </a:xfrm>
      </p:grpSpPr>
      <p:sp>
        <p:nvSpPr>
          <p:cNvPr id="295" name="Google Shape;295;p4"/>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0" lang="en-GB">
                <a:solidFill>
                  <a:schemeClr val="lt1"/>
                </a:solidFill>
              </a:rPr>
              <a:t>How to build face mask detection?</a:t>
            </a:r>
            <a:endParaRPr b="0">
              <a:solidFill>
                <a:schemeClr val="lt1"/>
              </a:solidFill>
            </a:endParaRPr>
          </a:p>
        </p:txBody>
      </p:sp>
      <p:sp>
        <p:nvSpPr>
          <p:cNvPr id="296" name="Google Shape;296;p4"/>
          <p:cNvSpPr txBox="1"/>
          <p:nvPr>
            <p:ph idx="1" type="body"/>
          </p:nvPr>
        </p:nvSpPr>
        <p:spPr>
          <a:xfrm>
            <a:off x="1370400" y="1265525"/>
            <a:ext cx="7030500" cy="38781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86666"/>
              <a:buNone/>
            </a:pPr>
            <a:r>
              <a:rPr lang="en-GB" sz="6000">
                <a:solidFill>
                  <a:schemeClr val="lt1"/>
                </a:solidFill>
              </a:rPr>
              <a:t>Step 1 : Data Visualisation:</a:t>
            </a:r>
            <a:endParaRPr sz="6000">
              <a:solidFill>
                <a:schemeClr val="lt1"/>
              </a:solidFill>
            </a:endParaRPr>
          </a:p>
          <a:p>
            <a:pPr indent="0" lvl="0" marL="0" rtl="0" algn="l">
              <a:lnSpc>
                <a:spcPct val="115000"/>
              </a:lnSpc>
              <a:spcBef>
                <a:spcPts val="1200"/>
              </a:spcBef>
              <a:spcAft>
                <a:spcPts val="0"/>
              </a:spcAft>
              <a:buSzPct val="86666"/>
              <a:buNone/>
            </a:pPr>
            <a:r>
              <a:rPr lang="en-GB" sz="6000">
                <a:solidFill>
                  <a:schemeClr val="lt1"/>
                </a:solidFill>
              </a:rPr>
              <a:t>In the first step, let us visualise the total number of images in our dataset in both categories. We need to classify the images with mask and without mask.</a:t>
            </a:r>
            <a:endParaRPr sz="6000">
              <a:solidFill>
                <a:schemeClr val="lt1"/>
              </a:solidFill>
            </a:endParaRPr>
          </a:p>
          <a:p>
            <a:pPr indent="0" lvl="0" marL="0" rtl="0" algn="l">
              <a:lnSpc>
                <a:spcPct val="115000"/>
              </a:lnSpc>
              <a:spcBef>
                <a:spcPts val="1200"/>
              </a:spcBef>
              <a:spcAft>
                <a:spcPts val="0"/>
              </a:spcAft>
              <a:buSzPct val="86666"/>
              <a:buNone/>
            </a:pPr>
            <a:r>
              <a:rPr lang="en-GB" sz="6000">
                <a:solidFill>
                  <a:schemeClr val="lt1"/>
                </a:solidFill>
              </a:rPr>
              <a:t>Step 2 : Training:</a:t>
            </a:r>
            <a:endParaRPr sz="6000">
              <a:solidFill>
                <a:schemeClr val="lt1"/>
              </a:solidFill>
            </a:endParaRPr>
          </a:p>
          <a:p>
            <a:pPr indent="0" lvl="0" marL="0" rtl="0" algn="l">
              <a:lnSpc>
                <a:spcPct val="115000"/>
              </a:lnSpc>
              <a:spcBef>
                <a:spcPts val="1200"/>
              </a:spcBef>
              <a:spcAft>
                <a:spcPts val="0"/>
              </a:spcAft>
              <a:buSzPct val="86666"/>
              <a:buNone/>
            </a:pPr>
            <a:r>
              <a:rPr lang="en-GB" sz="6000">
                <a:solidFill>
                  <a:schemeClr val="lt1"/>
                </a:solidFill>
              </a:rPr>
              <a:t>Here we’ll focus on loading our face mask detection dataset from disk, training a model (using Keras/TensorFlow) on this dataset, and then serializing the face mask detector to disk</a:t>
            </a:r>
            <a:endParaRPr sz="6000">
              <a:solidFill>
                <a:schemeClr val="lt1"/>
              </a:solidFill>
            </a:endParaRPr>
          </a:p>
          <a:p>
            <a:pPr indent="0" lvl="0" marL="0" rtl="0" algn="l">
              <a:lnSpc>
                <a:spcPct val="115000"/>
              </a:lnSpc>
              <a:spcBef>
                <a:spcPts val="1200"/>
              </a:spcBef>
              <a:spcAft>
                <a:spcPts val="0"/>
              </a:spcAft>
              <a:buSzPct val="86666"/>
              <a:buNone/>
            </a:pPr>
            <a:r>
              <a:rPr lang="en-GB" sz="6000">
                <a:solidFill>
                  <a:schemeClr val="lt1"/>
                </a:solidFill>
              </a:rPr>
              <a:t>Step 3 : Deployment:</a:t>
            </a:r>
            <a:endParaRPr sz="6000">
              <a:solidFill>
                <a:schemeClr val="lt1"/>
              </a:solidFill>
            </a:endParaRPr>
          </a:p>
          <a:p>
            <a:pPr indent="0" lvl="0" marL="0" rtl="0" algn="l">
              <a:lnSpc>
                <a:spcPct val="115000"/>
              </a:lnSpc>
              <a:spcBef>
                <a:spcPts val="1200"/>
              </a:spcBef>
              <a:spcAft>
                <a:spcPts val="0"/>
              </a:spcAft>
              <a:buSzPct val="86666"/>
              <a:buNone/>
            </a:pPr>
            <a:r>
              <a:rPr lang="en-GB" sz="6000">
                <a:solidFill>
                  <a:schemeClr val="lt1"/>
                </a:solidFill>
              </a:rPr>
              <a:t>Once the face mask detector is trained, we can then move on to loading the mask detector, performing face detection, and then classifying each face as </a:t>
            </a:r>
            <a:r>
              <a:rPr lang="en-GB" sz="6000">
                <a:solidFill>
                  <a:srgbClr val="000000"/>
                </a:solidFill>
                <a:highlight>
                  <a:srgbClr val="F7F7F7"/>
                </a:highlight>
              </a:rPr>
              <a:t>with_mask</a:t>
            </a:r>
            <a:r>
              <a:rPr lang="en-GB" sz="6000">
                <a:solidFill>
                  <a:srgbClr val="000000"/>
                </a:solidFill>
              </a:rPr>
              <a:t> </a:t>
            </a:r>
            <a:r>
              <a:rPr lang="en-GB" sz="6000">
                <a:solidFill>
                  <a:schemeClr val="lt1"/>
                </a:solidFill>
              </a:rPr>
              <a:t>or </a:t>
            </a:r>
            <a:r>
              <a:rPr lang="en-GB" sz="6000">
                <a:solidFill>
                  <a:srgbClr val="000000"/>
                </a:solidFill>
                <a:highlight>
                  <a:srgbClr val="F7F7F7"/>
                </a:highlight>
              </a:rPr>
              <a:t>without_mask</a:t>
            </a:r>
            <a:endParaRPr sz="6000">
              <a:solidFill>
                <a:srgbClr val="000000"/>
              </a:solidFill>
              <a:highlight>
                <a:srgbClr val="F7F7F7"/>
              </a:highlight>
            </a:endParaRPr>
          </a:p>
          <a:p>
            <a:pPr indent="0" lvl="0" marL="0" rtl="0" algn="l">
              <a:lnSpc>
                <a:spcPct val="115000"/>
              </a:lnSpc>
              <a:spcBef>
                <a:spcPts val="1200"/>
              </a:spcBef>
              <a:spcAft>
                <a:spcPts val="0"/>
              </a:spcAft>
              <a:buSzPct val="346666"/>
              <a:buNone/>
            </a:pPr>
            <a:r>
              <a:t/>
            </a:r>
            <a:endParaRPr sz="1500">
              <a:solidFill>
                <a:schemeClr val="lt1"/>
              </a:solidFill>
            </a:endParaRPr>
          </a:p>
          <a:p>
            <a:pPr indent="0" lvl="0" marL="0" rtl="0" algn="l">
              <a:lnSpc>
                <a:spcPct val="115000"/>
              </a:lnSpc>
              <a:spcBef>
                <a:spcPts val="1200"/>
              </a:spcBef>
              <a:spcAft>
                <a:spcPts val="0"/>
              </a:spcAft>
              <a:buSzPct val="346666"/>
              <a:buNone/>
            </a:pPr>
            <a:r>
              <a:t/>
            </a:r>
            <a:endParaRPr sz="1500">
              <a:solidFill>
                <a:schemeClr val="lt1"/>
              </a:solidFill>
            </a:endParaRPr>
          </a:p>
          <a:p>
            <a:pPr indent="0" lvl="0" marL="0" rtl="0" algn="l">
              <a:lnSpc>
                <a:spcPct val="115000"/>
              </a:lnSpc>
              <a:spcBef>
                <a:spcPts val="1200"/>
              </a:spcBef>
              <a:spcAft>
                <a:spcPts val="1200"/>
              </a:spcAft>
              <a:buSzPct val="346666"/>
              <a:buNone/>
            </a:pPr>
            <a:r>
              <a:t/>
            </a:r>
            <a:endParaRPr sz="15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0" name="Shape 300"/>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04" name="Shape 304"/>
        <p:cNvGrpSpPr/>
        <p:nvPr/>
      </p:nvGrpSpPr>
      <p:grpSpPr>
        <a:xfrm>
          <a:off x="0" y="0"/>
          <a:ext cx="0" cy="0"/>
          <a:chOff x="0" y="0"/>
          <a:chExt cx="0" cy="0"/>
        </a:xfrm>
      </p:grpSpPr>
      <p:sp>
        <p:nvSpPr>
          <p:cNvPr id="305" name="Google Shape;305;p6"/>
          <p:cNvSpPr txBox="1"/>
          <p:nvPr>
            <p:ph type="title"/>
          </p:nvPr>
        </p:nvSpPr>
        <p:spPr>
          <a:xfrm>
            <a:off x="1303800" y="598575"/>
            <a:ext cx="7030500" cy="999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GB" sz="3000">
                <a:solidFill>
                  <a:schemeClr val="lt1"/>
                </a:solidFill>
                <a:latin typeface="Oswald"/>
                <a:ea typeface="Oswald"/>
                <a:cs typeface="Oswald"/>
                <a:sym typeface="Oswald"/>
              </a:rPr>
              <a:t>THANK YOU!</a:t>
            </a:r>
            <a:endParaRPr sz="3200">
              <a:solidFill>
                <a:schemeClr val="lt1"/>
              </a:solidFill>
              <a:latin typeface="Oswald"/>
              <a:ea typeface="Oswald"/>
              <a:cs typeface="Oswald"/>
              <a:sym typeface="Oswald"/>
            </a:endParaRPr>
          </a:p>
        </p:txBody>
      </p:sp>
      <p:sp>
        <p:nvSpPr>
          <p:cNvPr id="306" name="Google Shape;306;p6"/>
          <p:cNvSpPr txBox="1"/>
          <p:nvPr>
            <p:ph idx="1" type="body"/>
          </p:nvPr>
        </p:nvSpPr>
        <p:spPr>
          <a:xfrm>
            <a:off x="1303800" y="1471175"/>
            <a:ext cx="7030500" cy="2541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GB" sz="1800">
                <a:solidFill>
                  <a:schemeClr val="lt1"/>
                </a:solidFill>
                <a:latin typeface="Comfortaa"/>
                <a:ea typeface="Comfortaa"/>
                <a:cs typeface="Comfortaa"/>
                <a:sym typeface="Comfortaa"/>
              </a:rPr>
              <a:t>Presented By:</a:t>
            </a:r>
            <a:endParaRPr sz="1600">
              <a:solidFill>
                <a:schemeClr val="lt1"/>
              </a:solidFill>
              <a:latin typeface="Comic Sans MS"/>
              <a:ea typeface="Comic Sans MS"/>
              <a:cs typeface="Comic Sans MS"/>
              <a:sym typeface="Comic Sans MS"/>
            </a:endParaRPr>
          </a:p>
          <a:p>
            <a:pPr indent="0" lvl="0" marL="0" rtl="0" algn="l">
              <a:lnSpc>
                <a:spcPct val="115000"/>
              </a:lnSpc>
              <a:spcBef>
                <a:spcPts val="1200"/>
              </a:spcBef>
              <a:spcAft>
                <a:spcPts val="1200"/>
              </a:spcAft>
              <a:buSzPts val="1300"/>
              <a:buNone/>
            </a:pPr>
            <a:r>
              <a:rPr lang="en-GB" sz="1600">
                <a:solidFill>
                  <a:schemeClr val="lt1"/>
                </a:solidFill>
                <a:latin typeface="Comic Sans MS"/>
                <a:ea typeface="Comic Sans MS"/>
                <a:cs typeface="Comic Sans MS"/>
                <a:sym typeface="Comic Sans MS"/>
              </a:rPr>
              <a:t>O.Uttej Reddy.</a:t>
            </a:r>
            <a:endParaRPr sz="1600">
              <a:solidFill>
                <a:schemeClr val="lt1"/>
              </a:solidFill>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2025-12-13T12:37:33Z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FE7A69C7BFE54481A8ED52915A10B2D5_12</vt:lpwstr>
  </property>
  <property fmtid="{D5CDD505-2E9C-101B-9397-08002B2CF9AE}" pid="3" name="KSOProductBuildVer">
    <vt:lpwstr>1033-12.2.0.23155</vt:lpwstr>
  </property>
</Properties>
</file>